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6223cbb2e84d7c" /><Relationship Type="http://schemas.openxmlformats.org/officeDocument/2006/relationships/extended-properties" Target="/docProps/app.xml" Id="R30c301c972df4c52" /><Relationship Type="http://schemas.openxmlformats.org/officeDocument/2006/relationships/officeDocument" Target="/ppt/presentation.xml" Id="R9473b0e86d6b43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7e1653e61df4b69"/>
  </p:sldMasterIdLst>
  <p:notesMasterIdLst>
    <p:notesMasterId xmlns:r="http://schemas.openxmlformats.org/officeDocument/2006/relationships" r:id="R3407d4bf3b9d4bbe"/>
  </p:notesMasterIdLst>
  <p:sldIdLst>
    <p:sldId xmlns:r="http://schemas.openxmlformats.org/officeDocument/2006/relationships" id="256" r:id="R95f798e69b04462d"/>
    <p:sldId xmlns:r="http://schemas.openxmlformats.org/officeDocument/2006/relationships" id="257" r:id="R7ac32074d62148d1"/>
    <p:sldId xmlns:r="http://schemas.openxmlformats.org/officeDocument/2006/relationships" id="258" r:id="R7d959b2b2e6c4d9e"/>
    <p:sldId xmlns:r="http://schemas.openxmlformats.org/officeDocument/2006/relationships" id="259" r:id="R2ca988daacaa46e8"/>
    <p:sldId xmlns:r="http://schemas.openxmlformats.org/officeDocument/2006/relationships" id="260" r:id="Rbde8e74020474440"/>
    <p:sldId xmlns:r="http://schemas.openxmlformats.org/officeDocument/2006/relationships" id="261" r:id="R8b07279c46e54fdb"/>
    <p:sldId xmlns:r="http://schemas.openxmlformats.org/officeDocument/2006/relationships" id="262" r:id="R24f293c5562b4a27"/>
    <p:sldId xmlns:r="http://schemas.openxmlformats.org/officeDocument/2006/relationships" id="263" r:id="R32289428f6a2428c"/>
    <p:sldId xmlns:r="http://schemas.openxmlformats.org/officeDocument/2006/relationships" id="264" r:id="R01babd71fa2948b8"/>
    <p:sldId xmlns:r="http://schemas.openxmlformats.org/officeDocument/2006/relationships" id="265" r:id="Rb829304936ae4fb5"/>
    <p:sldId xmlns:r="http://schemas.openxmlformats.org/officeDocument/2006/relationships" id="266" r:id="R09adec2b31834c60"/>
    <p:sldId xmlns:r="http://schemas.openxmlformats.org/officeDocument/2006/relationships" id="267" r:id="R9e17dbf166e24a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da230fd8a6f4d79" /><Relationship Type="http://schemas.openxmlformats.org/officeDocument/2006/relationships/slideMaster" Target="/ppt/slideMasters/slideMaster1.xml" Id="R57e1653e61df4b69" /><Relationship Type="http://schemas.openxmlformats.org/officeDocument/2006/relationships/notesMaster" Target="/ppt/notesMasters/notesMaster1.xml" Id="R3407d4bf3b9d4bbe" /><Relationship Type="http://schemas.openxmlformats.org/officeDocument/2006/relationships/presProps" Target="/ppt/presProps.xml" Id="R34e126dd5cc242a8" /><Relationship Type="http://schemas.openxmlformats.org/officeDocument/2006/relationships/tableStyles" Target="/ppt/tableStyles.xml" Id="Re5db6552d150430d" /><Relationship Type="http://schemas.openxmlformats.org/officeDocument/2006/relationships/slide" Target="/ppt/slides/slide1.xml" Id="R95f798e69b04462d" /><Relationship Type="http://schemas.openxmlformats.org/officeDocument/2006/relationships/slide" Target="/ppt/slides/slide2.xml" Id="R7ac32074d62148d1" /><Relationship Type="http://schemas.openxmlformats.org/officeDocument/2006/relationships/slide" Target="/ppt/slides/slide3.xml" Id="R7d959b2b2e6c4d9e" /><Relationship Type="http://schemas.openxmlformats.org/officeDocument/2006/relationships/slide" Target="/ppt/slides/slide4.xml" Id="R2ca988daacaa46e8" /><Relationship Type="http://schemas.openxmlformats.org/officeDocument/2006/relationships/slide" Target="/ppt/slides/slide5.xml" Id="Rbde8e74020474440" /><Relationship Type="http://schemas.openxmlformats.org/officeDocument/2006/relationships/slide" Target="/ppt/slides/slide6.xml" Id="R8b07279c46e54fdb" /><Relationship Type="http://schemas.openxmlformats.org/officeDocument/2006/relationships/slide" Target="/ppt/slides/slide7.xml" Id="R24f293c5562b4a27" /><Relationship Type="http://schemas.openxmlformats.org/officeDocument/2006/relationships/slide" Target="/ppt/slides/slide8.xml" Id="R32289428f6a2428c" /><Relationship Type="http://schemas.openxmlformats.org/officeDocument/2006/relationships/slide" Target="/ppt/slides/slide9.xml" Id="R01babd71fa2948b8" /><Relationship Type="http://schemas.openxmlformats.org/officeDocument/2006/relationships/slide" Target="/ppt/slides/slide10.xml" Id="Rb829304936ae4fb5" /><Relationship Type="http://schemas.openxmlformats.org/officeDocument/2006/relationships/slide" Target="/ppt/slides/slide11.xml" Id="R09adec2b31834c60" /><Relationship Type="http://schemas.openxmlformats.org/officeDocument/2006/relationships/slide" Target="/ppt/slides/slide12.xml" Id="R9e17dbf166e24a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f004d25bf844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511db8b1ad45ed" /><Relationship Type="http://schemas.openxmlformats.org/officeDocument/2006/relationships/notesMaster" Target="/ppt/notesMasters/notesMaster1.xml" Id="R110427866bfc4fc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d1932f45a64912" /><Relationship Type="http://schemas.openxmlformats.org/officeDocument/2006/relationships/notesMaster" Target="/ppt/notesMasters/notesMaster1.xml" Id="R19b11ab3b9d847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46d6d4d57c48eb" /><Relationship Type="http://schemas.openxmlformats.org/officeDocument/2006/relationships/notesMaster" Target="/ppt/notesMasters/notesMaster1.xml" Id="Rcc6911ef523249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771904f0db4009" /><Relationship Type="http://schemas.openxmlformats.org/officeDocument/2006/relationships/notesMaster" Target="/ppt/notesMasters/notesMaster1.xml" Id="R2a782295e36f4de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8179ddabe904899" /><Relationship Type="http://schemas.openxmlformats.org/officeDocument/2006/relationships/notesMaster" Target="/ppt/notesMasters/notesMaster1.xml" Id="R77cb6c2238bd44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f9c84d332e4320" /><Relationship Type="http://schemas.openxmlformats.org/officeDocument/2006/relationships/notesMaster" Target="/ppt/notesMasters/notesMaster1.xml" Id="R5e59ddc1a320424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ce5e855d56243ef" /><Relationship Type="http://schemas.openxmlformats.org/officeDocument/2006/relationships/notesMaster" Target="/ppt/notesMasters/notesMaster1.xml" Id="Red02bea2b20447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ae931fb48b74705" /><Relationship Type="http://schemas.openxmlformats.org/officeDocument/2006/relationships/notesMaster" Target="/ppt/notesMasters/notesMaster1.xml" Id="Rbb33deae0342484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445eab221642de" /><Relationship Type="http://schemas.openxmlformats.org/officeDocument/2006/relationships/notesMaster" Target="/ppt/notesMasters/notesMaster1.xml" Id="R726d4ea31fdb482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302c5f836c45d7" /><Relationship Type="http://schemas.openxmlformats.org/officeDocument/2006/relationships/notesMaster" Target="/ppt/notesMasters/notesMaster1.xml" Id="R071d0701b7aa458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36032fe51884dbb" /><Relationship Type="http://schemas.openxmlformats.org/officeDocument/2006/relationships/notesMaster" Target="/ppt/notesMasters/notesMaster1.xml" Id="R4b8ce78254ac499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930dc6e42624a51" /><Relationship Type="http://schemas.openxmlformats.org/officeDocument/2006/relationships/notesMaster" Target="/ppt/notesMasters/notesMaster1.xml" Id="R128ee3a30793481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README.md, docs/01_proposal.md. Материал для первой предзащиты, без утверждения о принятии руководителем.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docs/02_relevance.md, management/evidence_log.csv. Интервью сообщены Диасом Сақыпом; это краткие заметки, не стенограммы и не измерение частоты проблем. Отдельные исходные заметки и согласия не проверены.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docs/01_proposal.md, docs/02_relevance.md, docs/06_requirements.md. Многоэтапные маршруты из интервью пока не реализованы.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docs/03_literature.md, docs/12_references.md, evidence/source_register.json. Обзор целевой, не систематический PRISMA; часть публикаций изучалась по аннотациям.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docs/04_existing_systems.md, docs/12_references.md. Это сравнение по документации, не экспериментальная оценка, аудит безопасности или сравнение стоимости.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docs/05_technology.md, docs/07_architecture.md. Django/PostgreSQL/хранилище пока не реализованы; технологические оценки являются предварительными решениями команды.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docs/06_requirements.md (версия 0.2). FR06–FR08 ограничены одним согласующим. NFR — целевые, а не подтверждённые показатели.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docs/07_architecture.md, diagrams/context.drawio. В репозитории есть шесть редактируемых исходников draw.io с SVG/PNG экспортами. Изображённая серверная система пока проектируется.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docs/06_requirements.md, docs/07_architecture.md, diagrams/state.drawio. Схема ограниченного процесса: черновик, на согласовании, правки, согласовано, архив. CR01 многоэтапного маршрута не реализован.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docs/08_prototype.md, prototype/, evidence/prototype-overview.png. Скриншот из проекта; рабочий запуск: prototype/index.html. Это не многопользовательский сервер и не юридическая электронная подпись.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docs/09_verification.md, evidence/verification.md, tests/. Прохождение 15 тестов относится только к модели браузерного прототипа, не доказывает серверную безопасность или улучшение процесса у пользователей.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README.md, docs/11_supervision_readiness.md, management/online_status.md. PR #1 и #2 слиты без отправленного peer review; нельзя считать это условие закрытым задним числом. Отзыв руководителя и tag pre-defense-1 не подтверждены. После подготовки этого переносимого PPTX проверьте доступ членов комиссии к самому файлу.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735d6c6f7b4cf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6c2547ef2942e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4de01c1f8e40f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5bdb7ec41b43c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6ab12db7334c5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dcceb3571b4c3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AD6A2C1-57B0-4ADE-8D2F-453B4A58EF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CD3C122-1EB4-4FF9-95D7-016FD0C38DB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EECF6F8-D7C7-483A-B2EF-B95E7E8572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34957A9-9331-4199-B647-016D591CA3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640F9A7-B0E2-4A3A-A87C-B3E9ECFB82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47748FD-973A-4928-A970-9B09C43ACE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5F75321-6454-457D-8595-EC81838D4E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E229124-83A7-4DC0-9E89-03F9E82A657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83B8522-ACB1-40D1-BBB0-51A9AD1B70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335AAA6-8318-4B2B-AC8F-9A49D88E3B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ce78674ec34379" /><Relationship Type="http://schemas.openxmlformats.org/officeDocument/2006/relationships/slideLayout" Target="/ppt/slideLayouts/slideLayout1.xml" Id="R260a8edd758e4eb0" /><Relationship Type="http://schemas.openxmlformats.org/officeDocument/2006/relationships/slideLayout" Target="/ppt/slideLayouts/slideLayout2.xml" Id="R6d5caa010780499f" /><Relationship Type="http://schemas.openxmlformats.org/officeDocument/2006/relationships/slideLayout" Target="/ppt/slideLayouts/slideLayout3.xml" Id="R9d315bab05704e17" /><Relationship Type="http://schemas.openxmlformats.org/officeDocument/2006/relationships/slideLayout" Target="/ppt/slideLayouts/slideLayout4.xml" Id="R074b9b467e8f4087" /><Relationship Type="http://schemas.openxmlformats.org/officeDocument/2006/relationships/slideLayout" Target="/ppt/slideLayouts/slideLayout5.xml" Id="R0e0a9966362a4e1a" /><Relationship Type="http://schemas.openxmlformats.org/officeDocument/2006/relationships/slideLayout" Target="/ppt/slideLayouts/slideLayout6.xml" Id="Ra1cc0c4ad0ba46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0a8edd758e4eb0"/>
    <p:sldLayoutId xmlns:r="http://schemas.openxmlformats.org/officeDocument/2006/relationships" id="2147483650" r:id="R6d5caa010780499f"/>
    <p:sldLayoutId xmlns:r="http://schemas.openxmlformats.org/officeDocument/2006/relationships" id="2147483651" r:id="R9d315bab05704e17"/>
    <p:sldLayoutId xmlns:r="http://schemas.openxmlformats.org/officeDocument/2006/relationships" id="2147483652" r:id="R074b9b467e8f4087"/>
    <p:sldLayoutId xmlns:r="http://schemas.openxmlformats.org/officeDocument/2006/relationships" id="2147483653" r:id="R0e0a9966362a4e1a"/>
    <p:sldLayoutId xmlns:r="http://schemas.openxmlformats.org/officeDocument/2006/relationships" id="2147483654" r:id="Ra1cc0c4ad0ba46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be074fd5b943f5" /><Relationship Type="http://schemas.openxmlformats.org/officeDocument/2006/relationships/notesSlide" Target="/ppt/notesSlides/notesSlide1.xml" Id="Rd53ca316b0a4411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c21d9b8eaa42e1" /><Relationship Type="http://schemas.openxmlformats.org/officeDocument/2006/relationships/notesSlide" Target="/ppt/notesSlides/notesSlide2.xml" Id="R4a719723ec4345c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00fc860a3d4562" /><Relationship Type="http://schemas.openxmlformats.org/officeDocument/2006/relationships/notesSlide" Target="/ppt/notesSlides/notesSlide3.xml" Id="Re209646791634d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55cfc3cf5a436b" /><Relationship Type="http://schemas.openxmlformats.org/officeDocument/2006/relationships/notesSlide" Target="/ppt/notesSlides/notesSlide4.xml" Id="Ra7c060e5c2014d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85181bbe9c4308" /><Relationship Type="http://schemas.openxmlformats.org/officeDocument/2006/relationships/notesSlide" Target="/ppt/notesSlides/notesSlide5.xml" Id="R808e5506bdd54e2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f9fd486c5c4204" /><Relationship Type="http://schemas.openxmlformats.org/officeDocument/2006/relationships/notesSlide" Target="/ppt/notesSlides/notesSlide6.xml" Id="R4515484825c748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f503e94e3447d4" /><Relationship Type="http://schemas.openxmlformats.org/officeDocument/2006/relationships/notesSlide" Target="/ppt/notesSlides/notesSlide7.xml" Id="Rf736d95613a24a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b63de83ea843bf" /><Relationship Type="http://schemas.openxmlformats.org/officeDocument/2006/relationships/image" Target="/ppt/media/image.png" Id="R11d3edcf893e4741" /><Relationship Type="http://schemas.openxmlformats.org/officeDocument/2006/relationships/notesSlide" Target="/ppt/notesSlides/notesSlide8.xml" Id="R0fe1fa46e678471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1769fe98fad4e56" /><Relationship Type="http://schemas.openxmlformats.org/officeDocument/2006/relationships/image" Target="/ppt/media/image2.png" Id="R643581e1fd1f49a6" /><Relationship Type="http://schemas.openxmlformats.org/officeDocument/2006/relationships/notesSlide" Target="/ppt/notesSlides/notesSlide9.xml" Id="R10a8724711eb4de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b6448706eab4632" /><Relationship Type="http://schemas.openxmlformats.org/officeDocument/2006/relationships/image" Target="/ppt/media/image.jpeg" Id="R8ef2c478fc194c43" /><Relationship Type="http://schemas.openxmlformats.org/officeDocument/2006/relationships/notesSlide" Target="/ppt/notesSlides/notesSlide10.xml" Id="Rc8c5b35ee1b1440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455c60f9f9495f" /><Relationship Type="http://schemas.openxmlformats.org/officeDocument/2006/relationships/notesSlide" Target="/ppt/notesSlides/notesSlide11.xml" Id="R2dd40b771ac5423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47437d60664f97" /><Relationship Type="http://schemas.openxmlformats.org/officeDocument/2006/relationships/notesSlide" Target="/ppt/notesSlides/notesSlide12.xml" Id="Ra2d423576aba476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8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BE9CF4-585E-49C8-AEC2-154A61E0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10763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425" b="1">
                <a:solidFill>
                  <a:srgbClr val="FFFFFF"/>
                </a:solidFill>
              </a:defRPr>
            </a:defPPr>
            <a:lvl1pPr>
              <a:defRPr sz="4425" b="1">
                <a:solidFill>
                  <a:srgbClr val="FFFFFF"/>
                </a:solidFill>
              </a:defRPr>
            </a:lvl1pPr>
            <a:lvl2pPr>
              <a:defRPr sz="4425" b="1">
                <a:solidFill>
                  <a:srgbClr val="FFFFFF"/>
                </a:solidFill>
              </a:defRPr>
            </a:lvl2pPr>
            <a:lvl3pPr>
              <a:defRPr sz="4425" b="1">
                <a:solidFill>
                  <a:srgbClr val="FFFFFF"/>
                </a:solidFill>
              </a:defRPr>
            </a:lvl3pPr>
            <a:lvl4pPr>
              <a:defRPr sz="4425" b="1">
                <a:solidFill>
                  <a:srgbClr val="FFFFFF"/>
                </a:solidFill>
              </a:defRPr>
            </a:lvl4pPr>
            <a:lvl5pPr>
              <a:defRPr sz="4425" b="1">
                <a:solidFill>
                  <a:srgbClr val="FFFFFF"/>
                </a:solidFill>
              </a:defRPr>
            </a:lvl5pPr>
            <a:lvl6pPr>
              <a:defRPr sz="4425" b="1">
                <a:solidFill>
                  <a:srgbClr val="FFFFFF"/>
                </a:solidFill>
              </a:defRPr>
            </a:lvl6pPr>
            <a:lvl7pPr>
              <a:defRPr sz="4425" b="1">
                <a:solidFill>
                  <a:srgbClr val="FFFFFF"/>
                </a:solidFill>
              </a:defRPr>
            </a:lvl7pPr>
            <a:lvl8pPr>
              <a:defRPr sz="4425" b="1">
                <a:solidFill>
                  <a:srgbClr val="FFFFFF"/>
                </a:solidFill>
              </a:defRPr>
            </a:lvl8pPr>
            <a:lvl9pPr>
              <a:defRPr sz="44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4425" b="1">
                <a:solidFill>
                  <a:srgbClr val="FFFFFF"/>
                </a:solidFill>
              </a:defRPr>
            </a:pPr>
            <a:r>
              <a:rPr sz="4425" b="1">
                <a:solidFill>
                  <a:srgbClr val="FFFFFF"/>
                </a:solidFill>
              </a:rPr>
              <a:t>Электронный</a:t>
            </a:r>
          </a:p>
          <a:p xmlns:a="http://schemas.openxmlformats.org/drawingml/2006/main">
            <a:pPr>
              <a:defRPr sz="4425" b="1">
                <a:solidFill>
                  <a:srgbClr val="FFFFFF"/>
                </a:solidFill>
              </a:defRPr>
            </a:pPr>
            <a:r>
              <a:rPr sz="4425" b="1">
                <a:solidFill>
                  <a:srgbClr val="FFFFFF"/>
                </a:solidFill>
              </a:rPr>
              <a:t>документооборот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F54BC9-7E09-4EC3-9BC4-9E00597D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14700"/>
            <a:ext cx="1000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B8DAD4"/>
                </a:solidFill>
              </a:defRPr>
            </a:defPPr>
            <a:lvl1pPr>
              <a:defRPr sz="2100" b="0">
                <a:solidFill>
                  <a:srgbClr val="B8DAD4"/>
                </a:solidFill>
              </a:defRPr>
            </a:lvl1pPr>
            <a:lvl2pPr>
              <a:defRPr sz="2100" b="0">
                <a:solidFill>
                  <a:srgbClr val="B8DAD4"/>
                </a:solidFill>
              </a:defRPr>
            </a:lvl2pPr>
            <a:lvl3pPr>
              <a:defRPr sz="2100" b="0">
                <a:solidFill>
                  <a:srgbClr val="B8DAD4"/>
                </a:solidFill>
              </a:defRPr>
            </a:lvl3pPr>
            <a:lvl4pPr>
              <a:defRPr sz="2100" b="0">
                <a:solidFill>
                  <a:srgbClr val="B8DAD4"/>
                </a:solidFill>
              </a:defRPr>
            </a:lvl4pPr>
            <a:lvl5pPr>
              <a:defRPr sz="2100" b="0">
                <a:solidFill>
                  <a:srgbClr val="B8DAD4"/>
                </a:solidFill>
              </a:defRPr>
            </a:lvl5pPr>
            <a:lvl6pPr>
              <a:defRPr sz="2100" b="0">
                <a:solidFill>
                  <a:srgbClr val="B8DAD4"/>
                </a:solidFill>
              </a:defRPr>
            </a:lvl6pPr>
            <a:lvl7pPr>
              <a:defRPr sz="2100" b="0">
                <a:solidFill>
                  <a:srgbClr val="B8DAD4"/>
                </a:solidFill>
              </a:defRPr>
            </a:lvl7pPr>
            <a:lvl8pPr>
              <a:defRPr sz="2100" b="0">
                <a:solidFill>
                  <a:srgbClr val="B8DAD4"/>
                </a:solidFill>
              </a:defRPr>
            </a:lvl8pPr>
            <a:lvl9pPr>
              <a:defRPr sz="2100" b="0">
                <a:solidFill>
                  <a:srgbClr val="B8DAD4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B8DAD4"/>
                </a:solidFill>
              </a:defRPr>
            </a:pPr>
            <a:r>
              <a:rPr sz="2100" b="0">
                <a:solidFill>
                  <a:srgbClr val="B8DAD4"/>
                </a:solidFill>
              </a:rPr>
              <a:t>Первая предзащита · 24 октября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0899F3-705D-45A7-B2EB-6C4991E5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86300"/>
            <a:ext cx="1019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Қазыбай Әли Сәтбекұлы · Сақып Диас Мұратұлы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6DDA48-67F5-4476-A9F2-BBFC65EA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C9D7DC"/>
                </a:solidFill>
              </a:defRPr>
            </a:defPPr>
            <a:lvl1pPr>
              <a:defRPr sz="1500" b="0">
                <a:solidFill>
                  <a:srgbClr val="C9D7DC"/>
                </a:solidFill>
              </a:defRPr>
            </a:lvl1pPr>
            <a:lvl2pPr>
              <a:defRPr sz="1500" b="0">
                <a:solidFill>
                  <a:srgbClr val="C9D7DC"/>
                </a:solidFill>
              </a:defRPr>
            </a:lvl2pPr>
            <a:lvl3pPr>
              <a:defRPr sz="1500" b="0">
                <a:solidFill>
                  <a:srgbClr val="C9D7DC"/>
                </a:solidFill>
              </a:defRPr>
            </a:lvl3pPr>
            <a:lvl4pPr>
              <a:defRPr sz="1500" b="0">
                <a:solidFill>
                  <a:srgbClr val="C9D7DC"/>
                </a:solidFill>
              </a:defRPr>
            </a:lvl4pPr>
            <a:lvl5pPr>
              <a:defRPr sz="1500" b="0">
                <a:solidFill>
                  <a:srgbClr val="C9D7DC"/>
                </a:solidFill>
              </a:defRPr>
            </a:lvl5pPr>
            <a:lvl6pPr>
              <a:defRPr sz="1500" b="0">
                <a:solidFill>
                  <a:srgbClr val="C9D7DC"/>
                </a:solidFill>
              </a:defRPr>
            </a:lvl6pPr>
            <a:lvl7pPr>
              <a:defRPr sz="1500" b="0">
                <a:solidFill>
                  <a:srgbClr val="C9D7DC"/>
                </a:solidFill>
              </a:defRPr>
            </a:lvl7pPr>
            <a:lvl8pPr>
              <a:defRPr sz="1500" b="0">
                <a:solidFill>
                  <a:srgbClr val="C9D7DC"/>
                </a:solidFill>
              </a:defRPr>
            </a:lvl8pPr>
            <a:lvl9pPr>
              <a:defRPr sz="1500" b="0">
                <a:solidFill>
                  <a:srgbClr val="C9D7DC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C9D7DC"/>
                </a:solidFill>
              </a:defRPr>
            </a:pPr>
            <a:r>
              <a:rPr sz="1500" b="0">
                <a:solidFill>
                  <a:srgbClr val="C9D7DC"/>
                </a:solidFill>
              </a:rPr>
              <a:t>Astana IT University  |  руководитель: Хаймульдин Асқар</a:t>
            </a:r>
          </a:p>
        </p:txBody>
      </p:sp>
    </p:spTree>
    <p:extLst>
      <p:ext uri="{BB962C8B-B14F-4D97-AF65-F5344CB8AC3E}">
        <p14:creationId xmlns:p14="http://schemas.microsoft.com/office/powerpoint/2010/main" val="12531527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3C5A60-0AA6-4408-93B9-3840B801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52C3D"/>
                </a:solidFill>
              </a:defRPr>
            </a:defPPr>
            <a:lvl1pPr>
              <a:defRPr sz="3000" b="1">
                <a:solidFill>
                  <a:srgbClr val="152C3D"/>
                </a:solidFill>
              </a:defRPr>
            </a:lvl1pPr>
            <a:lvl2pPr>
              <a:defRPr sz="3000" b="1">
                <a:solidFill>
                  <a:srgbClr val="152C3D"/>
                </a:solidFill>
              </a:defRPr>
            </a:lvl2pPr>
            <a:lvl3pPr>
              <a:defRPr sz="3000" b="1">
                <a:solidFill>
                  <a:srgbClr val="152C3D"/>
                </a:solidFill>
              </a:defRPr>
            </a:lvl3pPr>
            <a:lvl4pPr>
              <a:defRPr sz="3000" b="1">
                <a:solidFill>
                  <a:srgbClr val="152C3D"/>
                </a:solidFill>
              </a:defRPr>
            </a:lvl4pPr>
            <a:lvl5pPr>
              <a:defRPr sz="3000" b="1">
                <a:solidFill>
                  <a:srgbClr val="152C3D"/>
                </a:solidFill>
              </a:defRPr>
            </a:lvl5pPr>
            <a:lvl6pPr>
              <a:defRPr sz="3000" b="1">
                <a:solidFill>
                  <a:srgbClr val="152C3D"/>
                </a:solidFill>
              </a:defRPr>
            </a:lvl6pPr>
            <a:lvl7pPr>
              <a:defRPr sz="3000" b="1">
                <a:solidFill>
                  <a:srgbClr val="152C3D"/>
                </a:solidFill>
              </a:defRPr>
            </a:lvl7pPr>
            <a:lvl8pPr>
              <a:defRPr sz="3000" b="1">
                <a:solidFill>
                  <a:srgbClr val="152C3D"/>
                </a:solidFill>
              </a:defRPr>
            </a:lvl8pPr>
            <a:lvl9pPr>
              <a:defRPr sz="3000" b="1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52C3D"/>
                </a:solidFill>
              </a:defRPr>
            </a:pPr>
            <a:r>
              <a:rPr sz="3000" b="1">
                <a:solidFill>
                  <a:srgbClr val="152C3D"/>
                </a:solidFill>
              </a:rPr>
              <a:t>Проблема и её источник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454608-0A42-4DFE-8479-1A6AC340D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4F6474"/>
                </a:solidFill>
              </a:defRPr>
            </a:defPPr>
            <a:lvl1pPr>
              <a:defRPr sz="1125" b="0">
                <a:solidFill>
                  <a:srgbClr val="4F6474"/>
                </a:solidFill>
              </a:defRPr>
            </a:lvl1pPr>
            <a:lvl2pPr>
              <a:defRPr sz="1125" b="0">
                <a:solidFill>
                  <a:srgbClr val="4F6474"/>
                </a:solidFill>
              </a:defRPr>
            </a:lvl2pPr>
            <a:lvl3pPr>
              <a:defRPr sz="1125" b="0">
                <a:solidFill>
                  <a:srgbClr val="4F6474"/>
                </a:solidFill>
              </a:defRPr>
            </a:lvl3pPr>
            <a:lvl4pPr>
              <a:defRPr sz="1125" b="0">
                <a:solidFill>
                  <a:srgbClr val="4F6474"/>
                </a:solidFill>
              </a:defRPr>
            </a:lvl4pPr>
            <a:lvl5pPr>
              <a:defRPr sz="1125" b="0">
                <a:solidFill>
                  <a:srgbClr val="4F6474"/>
                </a:solidFill>
              </a:defRPr>
            </a:lvl5pPr>
            <a:lvl6pPr>
              <a:defRPr sz="1125" b="0">
                <a:solidFill>
                  <a:srgbClr val="4F6474"/>
                </a:solidFill>
              </a:defRPr>
            </a:lvl6pPr>
            <a:lvl7pPr>
              <a:defRPr sz="1125" b="0">
                <a:solidFill>
                  <a:srgbClr val="4F6474"/>
                </a:solidFill>
              </a:defRPr>
            </a:lvl7pPr>
            <a:lvl8pPr>
              <a:defRPr sz="1125" b="0">
                <a:solidFill>
                  <a:srgbClr val="4F6474"/>
                </a:solidFill>
              </a:defRPr>
            </a:lvl8pPr>
            <a:lvl9pPr>
              <a:defRPr sz="1125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4F6474"/>
                </a:solidFill>
              </a:defRPr>
            </a:pPr>
            <a:r>
              <a:rPr sz="1125" b="0">
                <a:solidFill>
                  <a:srgbClr val="4F6474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4D10DB-B38F-4972-91F2-C89E63CF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590675"/>
            <a:ext cx="19526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000" b="1">
                <a:solidFill>
                  <a:srgbClr val="187762"/>
                </a:solidFill>
              </a:defRPr>
            </a:defPPr>
            <a:lvl1pPr>
              <a:defRPr sz="6000" b="1">
                <a:solidFill>
                  <a:srgbClr val="187762"/>
                </a:solidFill>
              </a:defRPr>
            </a:lvl1pPr>
            <a:lvl2pPr>
              <a:defRPr sz="6000" b="1">
                <a:solidFill>
                  <a:srgbClr val="187762"/>
                </a:solidFill>
              </a:defRPr>
            </a:lvl2pPr>
            <a:lvl3pPr>
              <a:defRPr sz="6000" b="1">
                <a:solidFill>
                  <a:srgbClr val="187762"/>
                </a:solidFill>
              </a:defRPr>
            </a:lvl3pPr>
            <a:lvl4pPr>
              <a:defRPr sz="6000" b="1">
                <a:solidFill>
                  <a:srgbClr val="187762"/>
                </a:solidFill>
              </a:defRPr>
            </a:lvl4pPr>
            <a:lvl5pPr>
              <a:defRPr sz="6000" b="1">
                <a:solidFill>
                  <a:srgbClr val="187762"/>
                </a:solidFill>
              </a:defRPr>
            </a:lvl5pPr>
            <a:lvl6pPr>
              <a:defRPr sz="6000" b="1">
                <a:solidFill>
                  <a:srgbClr val="187762"/>
                </a:solidFill>
              </a:defRPr>
            </a:lvl6pPr>
            <a:lvl7pPr>
              <a:defRPr sz="6000" b="1">
                <a:solidFill>
                  <a:srgbClr val="187762"/>
                </a:solidFill>
              </a:defRPr>
            </a:lvl7pPr>
            <a:lvl8pPr>
              <a:defRPr sz="6000" b="1">
                <a:solidFill>
                  <a:srgbClr val="187762"/>
                </a:solidFill>
              </a:defRPr>
            </a:lvl8pPr>
            <a:lvl9pPr>
              <a:defRPr sz="6000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6000" b="1">
                <a:solidFill>
                  <a:srgbClr val="187762"/>
                </a:solidFill>
              </a:defRPr>
            </a:pPr>
            <a:r>
              <a:rPr sz="6000" b="1">
                <a:solidFill>
                  <a:srgbClr val="187762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ED6F4F-9E43-4BA7-B14D-DBDFEE20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1828800"/>
            <a:ext cx="8191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52C3D"/>
                </a:solidFill>
              </a:defRPr>
            </a:defPPr>
            <a:lvl1pPr>
              <a:defRPr sz="2175" b="1">
                <a:solidFill>
                  <a:srgbClr val="152C3D"/>
                </a:solidFill>
              </a:defRPr>
            </a:lvl1pPr>
            <a:lvl2pPr>
              <a:defRPr sz="2175" b="1">
                <a:solidFill>
                  <a:srgbClr val="152C3D"/>
                </a:solidFill>
              </a:defRPr>
            </a:lvl2pPr>
            <a:lvl3pPr>
              <a:defRPr sz="2175" b="1">
                <a:solidFill>
                  <a:srgbClr val="152C3D"/>
                </a:solidFill>
              </a:defRPr>
            </a:lvl3pPr>
            <a:lvl4pPr>
              <a:defRPr sz="2175" b="1">
                <a:solidFill>
                  <a:srgbClr val="152C3D"/>
                </a:solidFill>
              </a:defRPr>
            </a:lvl4pPr>
            <a:lvl5pPr>
              <a:defRPr sz="2175" b="1">
                <a:solidFill>
                  <a:srgbClr val="152C3D"/>
                </a:solidFill>
              </a:defRPr>
            </a:lvl5pPr>
            <a:lvl6pPr>
              <a:defRPr sz="2175" b="1">
                <a:solidFill>
                  <a:srgbClr val="152C3D"/>
                </a:solidFill>
              </a:defRPr>
            </a:lvl6pPr>
            <a:lvl7pPr>
              <a:defRPr sz="2175" b="1">
                <a:solidFill>
                  <a:srgbClr val="152C3D"/>
                </a:solidFill>
              </a:defRPr>
            </a:lvl7pPr>
            <a:lvl8pPr>
              <a:defRPr sz="2175" b="1">
                <a:solidFill>
                  <a:srgbClr val="152C3D"/>
                </a:solidFill>
              </a:defRPr>
            </a:lvl8pPr>
            <a:lvl9pPr>
              <a:defRPr sz="2175" b="1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52C3D"/>
                </a:solidFill>
              </a:defRPr>
            </a:pPr>
            <a:r>
              <a:rPr sz="2175" b="1">
                <a:solidFill>
                  <a:srgbClr val="152C3D"/>
                </a:solidFill>
              </a:rPr>
              <a:t>бесед в Астане, 12–19 октября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8A6929-DBF3-4335-AC75-79D4966D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57500"/>
            <a:ext cx="103822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2C3D"/>
                </a:solidFill>
              </a:defRPr>
            </a:defPPr>
            <a:lvl1pPr>
              <a:defRPr sz="2025" b="0">
                <a:solidFill>
                  <a:srgbClr val="152C3D"/>
                </a:solidFill>
              </a:defRPr>
            </a:lvl1pPr>
            <a:lvl2pPr>
              <a:defRPr sz="2025" b="0">
                <a:solidFill>
                  <a:srgbClr val="152C3D"/>
                </a:solidFill>
              </a:defRPr>
            </a:lvl2pPr>
            <a:lvl3pPr>
              <a:defRPr sz="2025" b="0">
                <a:solidFill>
                  <a:srgbClr val="152C3D"/>
                </a:solidFill>
              </a:defRPr>
            </a:lvl3pPr>
            <a:lvl4pPr>
              <a:defRPr sz="2025" b="0">
                <a:solidFill>
                  <a:srgbClr val="152C3D"/>
                </a:solidFill>
              </a:defRPr>
            </a:lvl4pPr>
            <a:lvl5pPr>
              <a:defRPr sz="2025" b="0">
                <a:solidFill>
                  <a:srgbClr val="152C3D"/>
                </a:solidFill>
              </a:defRPr>
            </a:lvl5pPr>
            <a:lvl6pPr>
              <a:defRPr sz="2025" b="0">
                <a:solidFill>
                  <a:srgbClr val="152C3D"/>
                </a:solidFill>
              </a:defRPr>
            </a:lvl6pPr>
            <a:lvl7pPr>
              <a:defRPr sz="2025" b="0">
                <a:solidFill>
                  <a:srgbClr val="152C3D"/>
                </a:solidFill>
              </a:defRPr>
            </a:lvl7pPr>
            <a:lvl8pPr>
              <a:defRPr sz="2025" b="0">
                <a:solidFill>
                  <a:srgbClr val="152C3D"/>
                </a:solidFill>
              </a:defRPr>
            </a:lvl8pPr>
            <a:lvl9pPr>
              <a:defRPr sz="2025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2C3D"/>
                </a:solidFill>
              </a:defRPr>
            </a:pPr>
            <a:r>
              <a:rPr sz="2025" b="0">
                <a:solidFill>
                  <a:srgbClr val="152C3D"/>
                </a:solidFill>
              </a:rPr>
              <a:t>Для первого этапа подробно разобраны 5 сценариев внутреннего согласования.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5665BB-6952-4A5E-A924-ED1AEA5D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33825"/>
            <a:ext cx="22383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187762"/>
                </a:solidFill>
              </a:defRPr>
            </a:defPPr>
            <a:lvl1pPr>
              <a:defRPr sz="1875" b="1">
                <a:solidFill>
                  <a:srgbClr val="187762"/>
                </a:solidFill>
              </a:defRPr>
            </a:lvl1pPr>
            <a:lvl2pPr>
              <a:defRPr sz="1875" b="1">
                <a:solidFill>
                  <a:srgbClr val="187762"/>
                </a:solidFill>
              </a:defRPr>
            </a:lvl2pPr>
            <a:lvl3pPr>
              <a:defRPr sz="1875" b="1">
                <a:solidFill>
                  <a:srgbClr val="187762"/>
                </a:solidFill>
              </a:defRPr>
            </a:lvl3pPr>
            <a:lvl4pPr>
              <a:defRPr sz="1875" b="1">
                <a:solidFill>
                  <a:srgbClr val="187762"/>
                </a:solidFill>
              </a:defRPr>
            </a:lvl4pPr>
            <a:lvl5pPr>
              <a:defRPr sz="1875" b="1">
                <a:solidFill>
                  <a:srgbClr val="187762"/>
                </a:solidFill>
              </a:defRPr>
            </a:lvl5pPr>
            <a:lvl6pPr>
              <a:defRPr sz="1875" b="1">
                <a:solidFill>
                  <a:srgbClr val="187762"/>
                </a:solidFill>
              </a:defRPr>
            </a:lvl6pPr>
            <a:lvl7pPr>
              <a:defRPr sz="1875" b="1">
                <a:solidFill>
                  <a:srgbClr val="187762"/>
                </a:solidFill>
              </a:defRPr>
            </a:lvl7pPr>
            <a:lvl8pPr>
              <a:defRPr sz="1875" b="1">
                <a:solidFill>
                  <a:srgbClr val="187762"/>
                </a:solidFill>
              </a:defRPr>
            </a:lvl8pPr>
            <a:lvl9pPr>
              <a:defRPr sz="1875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87762"/>
                </a:solidFill>
              </a:defRPr>
            </a:pPr>
            <a:r>
              <a:rPr sz="1875" b="1">
                <a:solidFill>
                  <a:srgbClr val="187762"/>
                </a:solidFill>
              </a:rPr>
              <a:t>Версии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276ED0-9C74-4719-AA7B-6D808A3C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933825"/>
            <a:ext cx="8096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52C3D"/>
                </a:solidFill>
              </a:defRPr>
            </a:defPPr>
            <a:lvl1pPr>
              <a:defRPr sz="1725" b="0">
                <a:solidFill>
                  <a:srgbClr val="152C3D"/>
                </a:solidFill>
              </a:defRPr>
            </a:lvl1pPr>
            <a:lvl2pPr>
              <a:defRPr sz="1725" b="0">
                <a:solidFill>
                  <a:srgbClr val="152C3D"/>
                </a:solidFill>
              </a:defRPr>
            </a:lvl2pPr>
            <a:lvl3pPr>
              <a:defRPr sz="1725" b="0">
                <a:solidFill>
                  <a:srgbClr val="152C3D"/>
                </a:solidFill>
              </a:defRPr>
            </a:lvl3pPr>
            <a:lvl4pPr>
              <a:defRPr sz="1725" b="0">
                <a:solidFill>
                  <a:srgbClr val="152C3D"/>
                </a:solidFill>
              </a:defRPr>
            </a:lvl4pPr>
            <a:lvl5pPr>
              <a:defRPr sz="1725" b="0">
                <a:solidFill>
                  <a:srgbClr val="152C3D"/>
                </a:solidFill>
              </a:defRPr>
            </a:lvl5pPr>
            <a:lvl6pPr>
              <a:defRPr sz="1725" b="0">
                <a:solidFill>
                  <a:srgbClr val="152C3D"/>
                </a:solidFill>
              </a:defRPr>
            </a:lvl6pPr>
            <a:lvl7pPr>
              <a:defRPr sz="1725" b="0">
                <a:solidFill>
                  <a:srgbClr val="152C3D"/>
                </a:solidFill>
              </a:defRPr>
            </a:lvl7pPr>
            <a:lvl8pPr>
              <a:defRPr sz="1725" b="0">
                <a:solidFill>
                  <a:srgbClr val="152C3D"/>
                </a:solidFill>
              </a:defRPr>
            </a:lvl8pPr>
            <a:lvl9pPr>
              <a:defRPr sz="1725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52C3D"/>
                </a:solidFill>
              </a:defRPr>
            </a:pPr>
            <a:r>
              <a:rPr sz="1725" b="0">
                <a:solidFill>
                  <a:srgbClr val="152C3D"/>
                </a:solidFill>
              </a:rPr>
              <a:t>Использование устаревшей спецификации после обмена файлами в разных каналах.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25CCF6-50E6-48AE-BDE1-4A5E86D0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86325"/>
            <a:ext cx="22383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187762"/>
                </a:solidFill>
              </a:defRPr>
            </a:defPPr>
            <a:lvl1pPr>
              <a:defRPr sz="1875" b="1">
                <a:solidFill>
                  <a:srgbClr val="187762"/>
                </a:solidFill>
              </a:defRPr>
            </a:lvl1pPr>
            <a:lvl2pPr>
              <a:defRPr sz="1875" b="1">
                <a:solidFill>
                  <a:srgbClr val="187762"/>
                </a:solidFill>
              </a:defRPr>
            </a:lvl2pPr>
            <a:lvl3pPr>
              <a:defRPr sz="1875" b="1">
                <a:solidFill>
                  <a:srgbClr val="187762"/>
                </a:solidFill>
              </a:defRPr>
            </a:lvl3pPr>
            <a:lvl4pPr>
              <a:defRPr sz="1875" b="1">
                <a:solidFill>
                  <a:srgbClr val="187762"/>
                </a:solidFill>
              </a:defRPr>
            </a:lvl4pPr>
            <a:lvl5pPr>
              <a:defRPr sz="1875" b="1">
                <a:solidFill>
                  <a:srgbClr val="187762"/>
                </a:solidFill>
              </a:defRPr>
            </a:lvl5pPr>
            <a:lvl6pPr>
              <a:defRPr sz="1875" b="1">
                <a:solidFill>
                  <a:srgbClr val="187762"/>
                </a:solidFill>
              </a:defRPr>
            </a:lvl6pPr>
            <a:lvl7pPr>
              <a:defRPr sz="1875" b="1">
                <a:solidFill>
                  <a:srgbClr val="187762"/>
                </a:solidFill>
              </a:defRPr>
            </a:lvl7pPr>
            <a:lvl8pPr>
              <a:defRPr sz="1875" b="1">
                <a:solidFill>
                  <a:srgbClr val="187762"/>
                </a:solidFill>
              </a:defRPr>
            </a:lvl8pPr>
            <a:lvl9pPr>
              <a:defRPr sz="1875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87762"/>
                </a:solidFill>
              </a:defRPr>
            </a:pPr>
            <a:r>
              <a:rPr sz="1875" b="1">
                <a:solidFill>
                  <a:srgbClr val="187762"/>
                </a:solidFill>
              </a:rPr>
              <a:t>Статус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6A18E8-B48C-4F86-90A1-C2D51035B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886325"/>
            <a:ext cx="8096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52C3D"/>
                </a:solidFill>
              </a:defRPr>
            </a:defPPr>
            <a:lvl1pPr>
              <a:defRPr sz="1725" b="0">
                <a:solidFill>
                  <a:srgbClr val="152C3D"/>
                </a:solidFill>
              </a:defRPr>
            </a:lvl1pPr>
            <a:lvl2pPr>
              <a:defRPr sz="1725" b="0">
                <a:solidFill>
                  <a:srgbClr val="152C3D"/>
                </a:solidFill>
              </a:defRPr>
            </a:lvl2pPr>
            <a:lvl3pPr>
              <a:defRPr sz="1725" b="0">
                <a:solidFill>
                  <a:srgbClr val="152C3D"/>
                </a:solidFill>
              </a:defRPr>
            </a:lvl3pPr>
            <a:lvl4pPr>
              <a:defRPr sz="1725" b="0">
                <a:solidFill>
                  <a:srgbClr val="152C3D"/>
                </a:solidFill>
              </a:defRPr>
            </a:lvl4pPr>
            <a:lvl5pPr>
              <a:defRPr sz="1725" b="0">
                <a:solidFill>
                  <a:srgbClr val="152C3D"/>
                </a:solidFill>
              </a:defRPr>
            </a:lvl5pPr>
            <a:lvl6pPr>
              <a:defRPr sz="1725" b="0">
                <a:solidFill>
                  <a:srgbClr val="152C3D"/>
                </a:solidFill>
              </a:defRPr>
            </a:lvl6pPr>
            <a:lvl7pPr>
              <a:defRPr sz="1725" b="0">
                <a:solidFill>
                  <a:srgbClr val="152C3D"/>
                </a:solidFill>
              </a:defRPr>
            </a:lvl7pPr>
            <a:lvl8pPr>
              <a:defRPr sz="1725" b="0">
                <a:solidFill>
                  <a:srgbClr val="152C3D"/>
                </a:solidFill>
              </a:defRPr>
            </a:lvl8pPr>
            <a:lvl9pPr>
              <a:defRPr sz="1725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52C3D"/>
                </a:solidFill>
              </a:defRPr>
            </a:pPr>
            <a:r>
              <a:rPr sz="1725" b="0">
                <a:solidFill>
                  <a:srgbClr val="152C3D"/>
                </a:solidFill>
              </a:rPr>
              <a:t>Ручные звонки, сообщения и таблицы вместо видимого ответственного и истории.</a:t>
            </a:r>
          </a:p>
        </p:txBody>
      </p:sp>
    </p:spTree>
    <p:extLst>
      <p:ext uri="{BB962C8B-B14F-4D97-AF65-F5344CB8AC3E}">
        <p14:creationId xmlns:p14="http://schemas.microsoft.com/office/powerpoint/2010/main" val="20435304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53AE2E-5537-4D93-9E02-0050878F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52C3D"/>
                </a:solidFill>
              </a:defRPr>
            </a:defPPr>
            <a:lvl1pPr>
              <a:defRPr sz="3000" b="1">
                <a:solidFill>
                  <a:srgbClr val="152C3D"/>
                </a:solidFill>
              </a:defRPr>
            </a:lvl1pPr>
            <a:lvl2pPr>
              <a:defRPr sz="3000" b="1">
                <a:solidFill>
                  <a:srgbClr val="152C3D"/>
                </a:solidFill>
              </a:defRPr>
            </a:lvl2pPr>
            <a:lvl3pPr>
              <a:defRPr sz="3000" b="1">
                <a:solidFill>
                  <a:srgbClr val="152C3D"/>
                </a:solidFill>
              </a:defRPr>
            </a:lvl3pPr>
            <a:lvl4pPr>
              <a:defRPr sz="3000" b="1">
                <a:solidFill>
                  <a:srgbClr val="152C3D"/>
                </a:solidFill>
              </a:defRPr>
            </a:lvl4pPr>
            <a:lvl5pPr>
              <a:defRPr sz="3000" b="1">
                <a:solidFill>
                  <a:srgbClr val="152C3D"/>
                </a:solidFill>
              </a:defRPr>
            </a:lvl5pPr>
            <a:lvl6pPr>
              <a:defRPr sz="3000" b="1">
                <a:solidFill>
                  <a:srgbClr val="152C3D"/>
                </a:solidFill>
              </a:defRPr>
            </a:lvl6pPr>
            <a:lvl7pPr>
              <a:defRPr sz="3000" b="1">
                <a:solidFill>
                  <a:srgbClr val="152C3D"/>
                </a:solidFill>
              </a:defRPr>
            </a:lvl7pPr>
            <a:lvl8pPr>
              <a:defRPr sz="3000" b="1">
                <a:solidFill>
                  <a:srgbClr val="152C3D"/>
                </a:solidFill>
              </a:defRPr>
            </a:lvl8pPr>
            <a:lvl9pPr>
              <a:defRPr sz="3000" b="1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52C3D"/>
                </a:solidFill>
              </a:defRPr>
            </a:pPr>
            <a:r>
              <a:rPr sz="3000" b="1">
                <a:solidFill>
                  <a:srgbClr val="152C3D"/>
                </a:solidFill>
              </a:rPr>
              <a:t>Цель и границы проекта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1DAADA-D66E-4D4F-BA48-583CB9DF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4F6474"/>
                </a:solidFill>
              </a:defRPr>
            </a:defPPr>
            <a:lvl1pPr>
              <a:defRPr sz="1125" b="0">
                <a:solidFill>
                  <a:srgbClr val="4F6474"/>
                </a:solidFill>
              </a:defRPr>
            </a:lvl1pPr>
            <a:lvl2pPr>
              <a:defRPr sz="1125" b="0">
                <a:solidFill>
                  <a:srgbClr val="4F6474"/>
                </a:solidFill>
              </a:defRPr>
            </a:lvl2pPr>
            <a:lvl3pPr>
              <a:defRPr sz="1125" b="0">
                <a:solidFill>
                  <a:srgbClr val="4F6474"/>
                </a:solidFill>
              </a:defRPr>
            </a:lvl3pPr>
            <a:lvl4pPr>
              <a:defRPr sz="1125" b="0">
                <a:solidFill>
                  <a:srgbClr val="4F6474"/>
                </a:solidFill>
              </a:defRPr>
            </a:lvl4pPr>
            <a:lvl5pPr>
              <a:defRPr sz="1125" b="0">
                <a:solidFill>
                  <a:srgbClr val="4F6474"/>
                </a:solidFill>
              </a:defRPr>
            </a:lvl5pPr>
            <a:lvl6pPr>
              <a:defRPr sz="1125" b="0">
                <a:solidFill>
                  <a:srgbClr val="4F6474"/>
                </a:solidFill>
              </a:defRPr>
            </a:lvl6pPr>
            <a:lvl7pPr>
              <a:defRPr sz="1125" b="0">
                <a:solidFill>
                  <a:srgbClr val="4F6474"/>
                </a:solidFill>
              </a:defRPr>
            </a:lvl7pPr>
            <a:lvl8pPr>
              <a:defRPr sz="1125" b="0">
                <a:solidFill>
                  <a:srgbClr val="4F6474"/>
                </a:solidFill>
              </a:defRPr>
            </a:lvl8pPr>
            <a:lvl9pPr>
              <a:defRPr sz="1125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4F6474"/>
                </a:solidFill>
              </a:defRPr>
            </a:pPr>
            <a:r>
              <a:rPr sz="1125" b="0">
                <a:solidFill>
                  <a:srgbClr val="4F6474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424108-35D8-4F41-AC16-AC90CE07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478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87762"/>
                </a:solidFill>
              </a:defRPr>
            </a:defPPr>
            <a:lvl1pPr>
              <a:defRPr sz="2025" b="1">
                <a:solidFill>
                  <a:srgbClr val="187762"/>
                </a:solidFill>
              </a:defRPr>
            </a:lvl1pPr>
            <a:lvl2pPr>
              <a:defRPr sz="2025" b="1">
                <a:solidFill>
                  <a:srgbClr val="187762"/>
                </a:solidFill>
              </a:defRPr>
            </a:lvl2pPr>
            <a:lvl3pPr>
              <a:defRPr sz="2025" b="1">
                <a:solidFill>
                  <a:srgbClr val="187762"/>
                </a:solidFill>
              </a:defRPr>
            </a:lvl3pPr>
            <a:lvl4pPr>
              <a:defRPr sz="2025" b="1">
                <a:solidFill>
                  <a:srgbClr val="187762"/>
                </a:solidFill>
              </a:defRPr>
            </a:lvl4pPr>
            <a:lvl5pPr>
              <a:defRPr sz="2025" b="1">
                <a:solidFill>
                  <a:srgbClr val="187762"/>
                </a:solidFill>
              </a:defRPr>
            </a:lvl5pPr>
            <a:lvl6pPr>
              <a:defRPr sz="2025" b="1">
                <a:solidFill>
                  <a:srgbClr val="187762"/>
                </a:solidFill>
              </a:defRPr>
            </a:lvl6pPr>
            <a:lvl7pPr>
              <a:defRPr sz="2025" b="1">
                <a:solidFill>
                  <a:srgbClr val="187762"/>
                </a:solidFill>
              </a:defRPr>
            </a:lvl7pPr>
            <a:lvl8pPr>
              <a:defRPr sz="2025" b="1">
                <a:solidFill>
                  <a:srgbClr val="187762"/>
                </a:solidFill>
              </a:defRPr>
            </a:lvl8pPr>
            <a:lvl9pPr>
              <a:defRPr sz="2025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87762"/>
                </a:solidFill>
              </a:defRPr>
            </a:pPr>
            <a:r>
              <a:rPr sz="2025" b="1">
                <a:solidFill>
                  <a:srgbClr val="187762"/>
                </a:solidFill>
              </a:rPr>
              <a:t>Цель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F263BF-ADFC-4AC4-880A-8FE1D3E1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609725"/>
            <a:ext cx="78105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52C3D"/>
                </a:solidFill>
              </a:defRPr>
            </a:defPPr>
            <a:lvl1pPr>
              <a:defRPr sz="2025" b="0">
                <a:solidFill>
                  <a:srgbClr val="152C3D"/>
                </a:solidFill>
              </a:defRPr>
            </a:lvl1pPr>
            <a:lvl2pPr>
              <a:defRPr sz="2025" b="0">
                <a:solidFill>
                  <a:srgbClr val="152C3D"/>
                </a:solidFill>
              </a:defRPr>
            </a:lvl2pPr>
            <a:lvl3pPr>
              <a:defRPr sz="2025" b="0">
                <a:solidFill>
                  <a:srgbClr val="152C3D"/>
                </a:solidFill>
              </a:defRPr>
            </a:lvl3pPr>
            <a:lvl4pPr>
              <a:defRPr sz="2025" b="0">
                <a:solidFill>
                  <a:srgbClr val="152C3D"/>
                </a:solidFill>
              </a:defRPr>
            </a:lvl4pPr>
            <a:lvl5pPr>
              <a:defRPr sz="2025" b="0">
                <a:solidFill>
                  <a:srgbClr val="152C3D"/>
                </a:solidFill>
              </a:defRPr>
            </a:lvl5pPr>
            <a:lvl6pPr>
              <a:defRPr sz="2025" b="0">
                <a:solidFill>
                  <a:srgbClr val="152C3D"/>
                </a:solidFill>
              </a:defRPr>
            </a:lvl6pPr>
            <a:lvl7pPr>
              <a:defRPr sz="2025" b="0">
                <a:solidFill>
                  <a:srgbClr val="152C3D"/>
                </a:solidFill>
              </a:defRPr>
            </a:lvl7pPr>
            <a:lvl8pPr>
              <a:defRPr sz="2025" b="0">
                <a:solidFill>
                  <a:srgbClr val="152C3D"/>
                </a:solidFill>
              </a:defRPr>
            </a:lvl8pPr>
            <a:lvl9pPr>
              <a:defRPr sz="2025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52C3D"/>
                </a:solidFill>
              </a:defRPr>
            </a:pPr>
            <a:r>
              <a:rPr sz="2025" b="0">
                <a:solidFill>
                  <a:srgbClr val="152C3D"/>
                </a:solidFill>
              </a:rPr>
              <a:t>Показать управляемый путь внутреннего документа от черновика до архива с текущей версией, статусом и историей решений.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D4D24C-6458-433B-B1EB-9ED5D3D5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576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87762"/>
                </a:solidFill>
              </a:defRPr>
            </a:defPPr>
            <a:lvl1pPr>
              <a:defRPr sz="2025" b="1">
                <a:solidFill>
                  <a:srgbClr val="187762"/>
                </a:solidFill>
              </a:defRPr>
            </a:lvl1pPr>
            <a:lvl2pPr>
              <a:defRPr sz="2025" b="1">
                <a:solidFill>
                  <a:srgbClr val="187762"/>
                </a:solidFill>
              </a:defRPr>
            </a:lvl2pPr>
            <a:lvl3pPr>
              <a:defRPr sz="2025" b="1">
                <a:solidFill>
                  <a:srgbClr val="187762"/>
                </a:solidFill>
              </a:defRPr>
            </a:lvl3pPr>
            <a:lvl4pPr>
              <a:defRPr sz="2025" b="1">
                <a:solidFill>
                  <a:srgbClr val="187762"/>
                </a:solidFill>
              </a:defRPr>
            </a:lvl4pPr>
            <a:lvl5pPr>
              <a:defRPr sz="2025" b="1">
                <a:solidFill>
                  <a:srgbClr val="187762"/>
                </a:solidFill>
              </a:defRPr>
            </a:lvl5pPr>
            <a:lvl6pPr>
              <a:defRPr sz="2025" b="1">
                <a:solidFill>
                  <a:srgbClr val="187762"/>
                </a:solidFill>
              </a:defRPr>
            </a:lvl6pPr>
            <a:lvl7pPr>
              <a:defRPr sz="2025" b="1">
                <a:solidFill>
                  <a:srgbClr val="187762"/>
                </a:solidFill>
              </a:defRPr>
            </a:lvl7pPr>
            <a:lvl8pPr>
              <a:defRPr sz="2025" b="1">
                <a:solidFill>
                  <a:srgbClr val="187762"/>
                </a:solidFill>
              </a:defRPr>
            </a:lvl8pPr>
            <a:lvl9pPr>
              <a:defRPr sz="2025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87762"/>
                </a:solidFill>
              </a:defRPr>
            </a:pPr>
            <a:r>
              <a:rPr sz="2025" b="1">
                <a:solidFill>
                  <a:srgbClr val="187762"/>
                </a:solidFill>
              </a:rPr>
              <a:t>Первый рабочий срез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1FDF2E-8FF9-4C57-9B66-8AFB9F35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76725"/>
            <a:ext cx="10144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52C3D"/>
                </a:solidFill>
              </a:defRPr>
            </a:defPPr>
            <a:lvl1pPr>
              <a:defRPr sz="1950" b="0">
                <a:solidFill>
                  <a:srgbClr val="152C3D"/>
                </a:solidFill>
              </a:defRPr>
            </a:lvl1pPr>
            <a:lvl2pPr>
              <a:defRPr sz="1950" b="0">
                <a:solidFill>
                  <a:srgbClr val="152C3D"/>
                </a:solidFill>
              </a:defRPr>
            </a:lvl2pPr>
            <a:lvl3pPr>
              <a:defRPr sz="1950" b="0">
                <a:solidFill>
                  <a:srgbClr val="152C3D"/>
                </a:solidFill>
              </a:defRPr>
            </a:lvl3pPr>
            <a:lvl4pPr>
              <a:defRPr sz="1950" b="0">
                <a:solidFill>
                  <a:srgbClr val="152C3D"/>
                </a:solidFill>
              </a:defRPr>
            </a:lvl4pPr>
            <a:lvl5pPr>
              <a:defRPr sz="1950" b="0">
                <a:solidFill>
                  <a:srgbClr val="152C3D"/>
                </a:solidFill>
              </a:defRPr>
            </a:lvl5pPr>
            <a:lvl6pPr>
              <a:defRPr sz="1950" b="0">
                <a:solidFill>
                  <a:srgbClr val="152C3D"/>
                </a:solidFill>
              </a:defRPr>
            </a:lvl6pPr>
            <a:lvl7pPr>
              <a:defRPr sz="1950" b="0">
                <a:solidFill>
                  <a:srgbClr val="152C3D"/>
                </a:solidFill>
              </a:defRPr>
            </a:lvl7pPr>
            <a:lvl8pPr>
              <a:defRPr sz="1950" b="0">
                <a:solidFill>
                  <a:srgbClr val="152C3D"/>
                </a:solidFill>
              </a:defRPr>
            </a:lvl8pPr>
            <a:lvl9pPr>
              <a:defRPr sz="1950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52C3D"/>
                </a:solidFill>
              </a:defRPr>
            </a:pPr>
            <a:r>
              <a:rPr sz="1950" b="0">
                <a:solidFill>
                  <a:srgbClr val="152C3D"/>
                </a:solidFill>
              </a:rPr>
              <a:t>Создание и правка → назначение одного согласующего → решение или возврат → новая версия → повторная отправка.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AC6DDB-3759-457D-91B6-A4734D34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724525"/>
            <a:ext cx="1038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F6474"/>
                </a:solidFill>
              </a:defRPr>
            </a:defPPr>
            <a:lvl1pPr>
              <a:defRPr sz="1575" b="0">
                <a:solidFill>
                  <a:srgbClr val="4F6474"/>
                </a:solidFill>
              </a:defRPr>
            </a:lvl1pPr>
            <a:lvl2pPr>
              <a:defRPr sz="1575" b="0">
                <a:solidFill>
                  <a:srgbClr val="4F6474"/>
                </a:solidFill>
              </a:defRPr>
            </a:lvl2pPr>
            <a:lvl3pPr>
              <a:defRPr sz="1575" b="0">
                <a:solidFill>
                  <a:srgbClr val="4F6474"/>
                </a:solidFill>
              </a:defRPr>
            </a:lvl3pPr>
            <a:lvl4pPr>
              <a:defRPr sz="1575" b="0">
                <a:solidFill>
                  <a:srgbClr val="4F6474"/>
                </a:solidFill>
              </a:defRPr>
            </a:lvl4pPr>
            <a:lvl5pPr>
              <a:defRPr sz="1575" b="0">
                <a:solidFill>
                  <a:srgbClr val="4F6474"/>
                </a:solidFill>
              </a:defRPr>
            </a:lvl5pPr>
            <a:lvl6pPr>
              <a:defRPr sz="1575" b="0">
                <a:solidFill>
                  <a:srgbClr val="4F6474"/>
                </a:solidFill>
              </a:defRPr>
            </a:lvl6pPr>
            <a:lvl7pPr>
              <a:defRPr sz="1575" b="0">
                <a:solidFill>
                  <a:srgbClr val="4F6474"/>
                </a:solidFill>
              </a:defRPr>
            </a:lvl7pPr>
            <a:lvl8pPr>
              <a:defRPr sz="1575" b="0">
                <a:solidFill>
                  <a:srgbClr val="4F6474"/>
                </a:solidFill>
              </a:defRPr>
            </a:lvl8pPr>
            <a:lvl9pPr>
              <a:defRPr sz="1575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F6474"/>
                </a:solidFill>
              </a:defRPr>
            </a:pPr>
            <a:r>
              <a:rPr sz="1575" b="0">
                <a:solidFill>
                  <a:srgbClr val="4F6474"/>
                </a:solidFill>
              </a:rPr>
              <a:t>Электронная подпись и внешняя отправка в текущий срез не входят.</a:t>
            </a:r>
          </a:p>
        </p:txBody>
      </p:sp>
    </p:spTree>
    <p:extLst>
      <p:ext uri="{BB962C8B-B14F-4D97-AF65-F5344CB8AC3E}">
        <p14:creationId xmlns:p14="http://schemas.microsoft.com/office/powerpoint/2010/main" val="17867972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DD463B-799E-496A-9960-14E241BA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52C3D"/>
                </a:solidFill>
              </a:defRPr>
            </a:defPPr>
            <a:lvl1pPr>
              <a:defRPr sz="3000" b="1">
                <a:solidFill>
                  <a:srgbClr val="152C3D"/>
                </a:solidFill>
              </a:defRPr>
            </a:lvl1pPr>
            <a:lvl2pPr>
              <a:defRPr sz="3000" b="1">
                <a:solidFill>
                  <a:srgbClr val="152C3D"/>
                </a:solidFill>
              </a:defRPr>
            </a:lvl2pPr>
            <a:lvl3pPr>
              <a:defRPr sz="3000" b="1">
                <a:solidFill>
                  <a:srgbClr val="152C3D"/>
                </a:solidFill>
              </a:defRPr>
            </a:lvl3pPr>
            <a:lvl4pPr>
              <a:defRPr sz="3000" b="1">
                <a:solidFill>
                  <a:srgbClr val="152C3D"/>
                </a:solidFill>
              </a:defRPr>
            </a:lvl4pPr>
            <a:lvl5pPr>
              <a:defRPr sz="3000" b="1">
                <a:solidFill>
                  <a:srgbClr val="152C3D"/>
                </a:solidFill>
              </a:defRPr>
            </a:lvl5pPr>
            <a:lvl6pPr>
              <a:defRPr sz="3000" b="1">
                <a:solidFill>
                  <a:srgbClr val="152C3D"/>
                </a:solidFill>
              </a:defRPr>
            </a:lvl6pPr>
            <a:lvl7pPr>
              <a:defRPr sz="3000" b="1">
                <a:solidFill>
                  <a:srgbClr val="152C3D"/>
                </a:solidFill>
              </a:defRPr>
            </a:lvl7pPr>
            <a:lvl8pPr>
              <a:defRPr sz="3000" b="1">
                <a:solidFill>
                  <a:srgbClr val="152C3D"/>
                </a:solidFill>
              </a:defRPr>
            </a:lvl8pPr>
            <a:lvl9pPr>
              <a:defRPr sz="3000" b="1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52C3D"/>
                </a:solidFill>
              </a:defRPr>
            </a:pPr>
            <a:r>
              <a:rPr sz="3000" b="1">
                <a:solidFill>
                  <a:srgbClr val="152C3D"/>
                </a:solidFill>
              </a:rPr>
              <a:t>Исследование и литература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814381-4022-4C5A-A3CE-245FCEA6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4F6474"/>
                </a:solidFill>
              </a:defRPr>
            </a:defPPr>
            <a:lvl1pPr>
              <a:defRPr sz="1125" b="0">
                <a:solidFill>
                  <a:srgbClr val="4F6474"/>
                </a:solidFill>
              </a:defRPr>
            </a:lvl1pPr>
            <a:lvl2pPr>
              <a:defRPr sz="1125" b="0">
                <a:solidFill>
                  <a:srgbClr val="4F6474"/>
                </a:solidFill>
              </a:defRPr>
            </a:lvl2pPr>
            <a:lvl3pPr>
              <a:defRPr sz="1125" b="0">
                <a:solidFill>
                  <a:srgbClr val="4F6474"/>
                </a:solidFill>
              </a:defRPr>
            </a:lvl3pPr>
            <a:lvl4pPr>
              <a:defRPr sz="1125" b="0">
                <a:solidFill>
                  <a:srgbClr val="4F6474"/>
                </a:solidFill>
              </a:defRPr>
            </a:lvl4pPr>
            <a:lvl5pPr>
              <a:defRPr sz="1125" b="0">
                <a:solidFill>
                  <a:srgbClr val="4F6474"/>
                </a:solidFill>
              </a:defRPr>
            </a:lvl5pPr>
            <a:lvl6pPr>
              <a:defRPr sz="1125" b="0">
                <a:solidFill>
                  <a:srgbClr val="4F6474"/>
                </a:solidFill>
              </a:defRPr>
            </a:lvl6pPr>
            <a:lvl7pPr>
              <a:defRPr sz="1125" b="0">
                <a:solidFill>
                  <a:srgbClr val="4F6474"/>
                </a:solidFill>
              </a:defRPr>
            </a:lvl7pPr>
            <a:lvl8pPr>
              <a:defRPr sz="1125" b="0">
                <a:solidFill>
                  <a:srgbClr val="4F6474"/>
                </a:solidFill>
              </a:defRPr>
            </a:lvl8pPr>
            <a:lvl9pPr>
              <a:defRPr sz="1125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4F6474"/>
                </a:solidFill>
              </a:defRPr>
            </a:pPr>
            <a:r>
              <a:rPr sz="1125" b="0">
                <a:solidFill>
                  <a:srgbClr val="4F6474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32B2CD-5736-4B53-A00E-C5B4EB030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19250"/>
            <a:ext cx="2047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75" b="1">
                <a:solidFill>
                  <a:srgbClr val="187762"/>
                </a:solidFill>
              </a:defRPr>
            </a:defPPr>
            <a:lvl1pPr>
              <a:defRPr sz="5775" b="1">
                <a:solidFill>
                  <a:srgbClr val="187762"/>
                </a:solidFill>
              </a:defRPr>
            </a:lvl1pPr>
            <a:lvl2pPr>
              <a:defRPr sz="5775" b="1">
                <a:solidFill>
                  <a:srgbClr val="187762"/>
                </a:solidFill>
              </a:defRPr>
            </a:lvl2pPr>
            <a:lvl3pPr>
              <a:defRPr sz="5775" b="1">
                <a:solidFill>
                  <a:srgbClr val="187762"/>
                </a:solidFill>
              </a:defRPr>
            </a:lvl3pPr>
            <a:lvl4pPr>
              <a:defRPr sz="5775" b="1">
                <a:solidFill>
                  <a:srgbClr val="187762"/>
                </a:solidFill>
              </a:defRPr>
            </a:lvl4pPr>
            <a:lvl5pPr>
              <a:defRPr sz="5775" b="1">
                <a:solidFill>
                  <a:srgbClr val="187762"/>
                </a:solidFill>
              </a:defRPr>
            </a:lvl5pPr>
            <a:lvl6pPr>
              <a:defRPr sz="5775" b="1">
                <a:solidFill>
                  <a:srgbClr val="187762"/>
                </a:solidFill>
              </a:defRPr>
            </a:lvl6pPr>
            <a:lvl7pPr>
              <a:defRPr sz="5775" b="1">
                <a:solidFill>
                  <a:srgbClr val="187762"/>
                </a:solidFill>
              </a:defRPr>
            </a:lvl7pPr>
            <a:lvl8pPr>
              <a:defRPr sz="5775" b="1">
                <a:solidFill>
                  <a:srgbClr val="187762"/>
                </a:solidFill>
              </a:defRPr>
            </a:lvl8pPr>
            <a:lvl9pPr>
              <a:defRPr sz="5775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5775" b="1">
                <a:solidFill>
                  <a:srgbClr val="187762"/>
                </a:solidFill>
              </a:defRPr>
            </a:pPr>
            <a:r>
              <a:rPr sz="5775" b="1">
                <a:solidFill>
                  <a:srgbClr val="187762"/>
                </a:solidFill>
              </a:rPr>
              <a:t>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9FBF6E-616D-4715-AAEA-5F94509E9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847850"/>
            <a:ext cx="7810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52C3D"/>
                </a:solidFill>
              </a:defRPr>
            </a:defPPr>
            <a:lvl1pPr>
              <a:defRPr sz="2175" b="1">
                <a:solidFill>
                  <a:srgbClr val="152C3D"/>
                </a:solidFill>
              </a:defRPr>
            </a:lvl1pPr>
            <a:lvl2pPr>
              <a:defRPr sz="2175" b="1">
                <a:solidFill>
                  <a:srgbClr val="152C3D"/>
                </a:solidFill>
              </a:defRPr>
            </a:lvl2pPr>
            <a:lvl3pPr>
              <a:defRPr sz="2175" b="1">
                <a:solidFill>
                  <a:srgbClr val="152C3D"/>
                </a:solidFill>
              </a:defRPr>
            </a:lvl3pPr>
            <a:lvl4pPr>
              <a:defRPr sz="2175" b="1">
                <a:solidFill>
                  <a:srgbClr val="152C3D"/>
                </a:solidFill>
              </a:defRPr>
            </a:lvl4pPr>
            <a:lvl5pPr>
              <a:defRPr sz="2175" b="1">
                <a:solidFill>
                  <a:srgbClr val="152C3D"/>
                </a:solidFill>
              </a:defRPr>
            </a:lvl5pPr>
            <a:lvl6pPr>
              <a:defRPr sz="2175" b="1">
                <a:solidFill>
                  <a:srgbClr val="152C3D"/>
                </a:solidFill>
              </a:defRPr>
            </a:lvl6pPr>
            <a:lvl7pPr>
              <a:defRPr sz="2175" b="1">
                <a:solidFill>
                  <a:srgbClr val="152C3D"/>
                </a:solidFill>
              </a:defRPr>
            </a:lvl7pPr>
            <a:lvl8pPr>
              <a:defRPr sz="2175" b="1">
                <a:solidFill>
                  <a:srgbClr val="152C3D"/>
                </a:solidFill>
              </a:defRPr>
            </a:lvl8pPr>
            <a:lvl9pPr>
              <a:defRPr sz="2175" b="1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52C3D"/>
                </a:solidFill>
              </a:defRPr>
            </a:pPr>
            <a:r>
              <a:rPr sz="2175" b="1">
                <a:solidFill>
                  <a:srgbClr val="152C3D"/>
                </a:solidFill>
              </a:rPr>
              <a:t>использованных источников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9E3BFD-34CD-4E52-AD60-155793F2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43200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75" b="1">
                <a:solidFill>
                  <a:srgbClr val="152C3D"/>
                </a:solidFill>
              </a:defRPr>
            </a:defPPr>
            <a:lvl1pPr>
              <a:defRPr sz="2475" b="1">
                <a:solidFill>
                  <a:srgbClr val="152C3D"/>
                </a:solidFill>
              </a:defRPr>
            </a:lvl1pPr>
            <a:lvl2pPr>
              <a:defRPr sz="2475" b="1">
                <a:solidFill>
                  <a:srgbClr val="152C3D"/>
                </a:solidFill>
              </a:defRPr>
            </a:lvl2pPr>
            <a:lvl3pPr>
              <a:defRPr sz="2475" b="1">
                <a:solidFill>
                  <a:srgbClr val="152C3D"/>
                </a:solidFill>
              </a:defRPr>
            </a:lvl3pPr>
            <a:lvl4pPr>
              <a:defRPr sz="2475" b="1">
                <a:solidFill>
                  <a:srgbClr val="152C3D"/>
                </a:solidFill>
              </a:defRPr>
            </a:lvl4pPr>
            <a:lvl5pPr>
              <a:defRPr sz="2475" b="1">
                <a:solidFill>
                  <a:srgbClr val="152C3D"/>
                </a:solidFill>
              </a:defRPr>
            </a:lvl5pPr>
            <a:lvl6pPr>
              <a:defRPr sz="2475" b="1">
                <a:solidFill>
                  <a:srgbClr val="152C3D"/>
                </a:solidFill>
              </a:defRPr>
            </a:lvl6pPr>
            <a:lvl7pPr>
              <a:defRPr sz="2475" b="1">
                <a:solidFill>
                  <a:srgbClr val="152C3D"/>
                </a:solidFill>
              </a:defRPr>
            </a:lvl7pPr>
            <a:lvl8pPr>
              <a:defRPr sz="2475" b="1">
                <a:solidFill>
                  <a:srgbClr val="152C3D"/>
                </a:solidFill>
              </a:defRPr>
            </a:lvl8pPr>
            <a:lvl9pPr>
              <a:defRPr sz="2475" b="1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2475" b="1">
                <a:solidFill>
                  <a:srgbClr val="152C3D"/>
                </a:solidFill>
              </a:defRPr>
            </a:pPr>
            <a:r>
              <a:rPr sz="2475" b="1">
                <a:solidFill>
                  <a:srgbClr val="152C3D"/>
                </a:solidFill>
              </a:rPr>
              <a:t>10 научных публикаций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3DAB43-2272-409D-BA49-EB4DC2E4D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62375"/>
            <a:ext cx="2571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187762"/>
                </a:solidFill>
              </a:defRPr>
            </a:defPPr>
            <a:lvl1pPr>
              <a:defRPr sz="1875" b="1">
                <a:solidFill>
                  <a:srgbClr val="187762"/>
                </a:solidFill>
              </a:defRPr>
            </a:lvl1pPr>
            <a:lvl2pPr>
              <a:defRPr sz="1875" b="1">
                <a:solidFill>
                  <a:srgbClr val="187762"/>
                </a:solidFill>
              </a:defRPr>
            </a:lvl2pPr>
            <a:lvl3pPr>
              <a:defRPr sz="1875" b="1">
                <a:solidFill>
                  <a:srgbClr val="187762"/>
                </a:solidFill>
              </a:defRPr>
            </a:lvl3pPr>
            <a:lvl4pPr>
              <a:defRPr sz="1875" b="1">
                <a:solidFill>
                  <a:srgbClr val="187762"/>
                </a:solidFill>
              </a:defRPr>
            </a:lvl4pPr>
            <a:lvl5pPr>
              <a:defRPr sz="1875" b="1">
                <a:solidFill>
                  <a:srgbClr val="187762"/>
                </a:solidFill>
              </a:defRPr>
            </a:lvl5pPr>
            <a:lvl6pPr>
              <a:defRPr sz="1875" b="1">
                <a:solidFill>
                  <a:srgbClr val="187762"/>
                </a:solidFill>
              </a:defRPr>
            </a:lvl6pPr>
            <a:lvl7pPr>
              <a:defRPr sz="1875" b="1">
                <a:solidFill>
                  <a:srgbClr val="187762"/>
                </a:solidFill>
              </a:defRPr>
            </a:lvl7pPr>
            <a:lvl8pPr>
              <a:defRPr sz="1875" b="1">
                <a:solidFill>
                  <a:srgbClr val="187762"/>
                </a:solidFill>
              </a:defRPr>
            </a:lvl8pPr>
            <a:lvl9pPr>
              <a:defRPr sz="1875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87762"/>
                </a:solidFill>
              </a:defRPr>
            </a:pPr>
            <a:r>
              <a:rPr sz="1875" b="1">
                <a:solidFill>
                  <a:srgbClr val="187762"/>
                </a:solidFill>
              </a:rPr>
              <a:t>Что изучили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6C1FD1-CC85-4F31-B052-79EFB213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762375"/>
            <a:ext cx="7762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52C3D"/>
                </a:solidFill>
              </a:defRPr>
            </a:defPPr>
            <a:lvl1pPr>
              <a:defRPr sz="1725" b="0">
                <a:solidFill>
                  <a:srgbClr val="152C3D"/>
                </a:solidFill>
              </a:defRPr>
            </a:lvl1pPr>
            <a:lvl2pPr>
              <a:defRPr sz="1725" b="0">
                <a:solidFill>
                  <a:srgbClr val="152C3D"/>
                </a:solidFill>
              </a:defRPr>
            </a:lvl2pPr>
            <a:lvl3pPr>
              <a:defRPr sz="1725" b="0">
                <a:solidFill>
                  <a:srgbClr val="152C3D"/>
                </a:solidFill>
              </a:defRPr>
            </a:lvl3pPr>
            <a:lvl4pPr>
              <a:defRPr sz="1725" b="0">
                <a:solidFill>
                  <a:srgbClr val="152C3D"/>
                </a:solidFill>
              </a:defRPr>
            </a:lvl4pPr>
            <a:lvl5pPr>
              <a:defRPr sz="1725" b="0">
                <a:solidFill>
                  <a:srgbClr val="152C3D"/>
                </a:solidFill>
              </a:defRPr>
            </a:lvl5pPr>
            <a:lvl6pPr>
              <a:defRPr sz="1725" b="0">
                <a:solidFill>
                  <a:srgbClr val="152C3D"/>
                </a:solidFill>
              </a:defRPr>
            </a:lvl6pPr>
            <a:lvl7pPr>
              <a:defRPr sz="1725" b="0">
                <a:solidFill>
                  <a:srgbClr val="152C3D"/>
                </a:solidFill>
              </a:defRPr>
            </a:lvl7pPr>
            <a:lvl8pPr>
              <a:defRPr sz="1725" b="0">
                <a:solidFill>
                  <a:srgbClr val="152C3D"/>
                </a:solidFill>
              </a:defRPr>
            </a:lvl8pPr>
            <a:lvl9pPr>
              <a:defRPr sz="1725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52C3D"/>
                </a:solidFill>
              </a:defRPr>
            </a:pPr>
            <a:r>
              <a:rPr sz="1725" b="0">
                <a:solidFill>
                  <a:srgbClr val="152C3D"/>
                </a:solidFill>
              </a:rPr>
              <a:t>Внедрение СЭД, процессы согласования, роли и права доступа.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D5A458-BA68-4749-BB11-BBA8C0EB3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2571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187762"/>
                </a:solidFill>
              </a:defRPr>
            </a:defPPr>
            <a:lvl1pPr>
              <a:defRPr sz="1875" b="1">
                <a:solidFill>
                  <a:srgbClr val="187762"/>
                </a:solidFill>
              </a:defRPr>
            </a:lvl1pPr>
            <a:lvl2pPr>
              <a:defRPr sz="1875" b="1">
                <a:solidFill>
                  <a:srgbClr val="187762"/>
                </a:solidFill>
              </a:defRPr>
            </a:lvl2pPr>
            <a:lvl3pPr>
              <a:defRPr sz="1875" b="1">
                <a:solidFill>
                  <a:srgbClr val="187762"/>
                </a:solidFill>
              </a:defRPr>
            </a:lvl3pPr>
            <a:lvl4pPr>
              <a:defRPr sz="1875" b="1">
                <a:solidFill>
                  <a:srgbClr val="187762"/>
                </a:solidFill>
              </a:defRPr>
            </a:lvl4pPr>
            <a:lvl5pPr>
              <a:defRPr sz="1875" b="1">
                <a:solidFill>
                  <a:srgbClr val="187762"/>
                </a:solidFill>
              </a:defRPr>
            </a:lvl5pPr>
            <a:lvl6pPr>
              <a:defRPr sz="1875" b="1">
                <a:solidFill>
                  <a:srgbClr val="187762"/>
                </a:solidFill>
              </a:defRPr>
            </a:lvl6pPr>
            <a:lvl7pPr>
              <a:defRPr sz="1875" b="1">
                <a:solidFill>
                  <a:srgbClr val="187762"/>
                </a:solidFill>
              </a:defRPr>
            </a:lvl7pPr>
            <a:lvl8pPr>
              <a:defRPr sz="1875" b="1">
                <a:solidFill>
                  <a:srgbClr val="187762"/>
                </a:solidFill>
              </a:defRPr>
            </a:lvl8pPr>
            <a:lvl9pPr>
              <a:defRPr sz="1875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87762"/>
                </a:solidFill>
              </a:defRPr>
            </a:pPr>
            <a:r>
              <a:rPr sz="1875" b="1">
                <a:solidFill>
                  <a:srgbClr val="187762"/>
                </a:solidFill>
              </a:rPr>
              <a:t>Что следует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2C7838-6841-4C03-BC77-1F02AE6E3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14875"/>
            <a:ext cx="7762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52C3D"/>
                </a:solidFill>
              </a:defRPr>
            </a:defPPr>
            <a:lvl1pPr>
              <a:defRPr sz="1725" b="0">
                <a:solidFill>
                  <a:srgbClr val="152C3D"/>
                </a:solidFill>
              </a:defRPr>
            </a:lvl1pPr>
            <a:lvl2pPr>
              <a:defRPr sz="1725" b="0">
                <a:solidFill>
                  <a:srgbClr val="152C3D"/>
                </a:solidFill>
              </a:defRPr>
            </a:lvl2pPr>
            <a:lvl3pPr>
              <a:defRPr sz="1725" b="0">
                <a:solidFill>
                  <a:srgbClr val="152C3D"/>
                </a:solidFill>
              </a:defRPr>
            </a:lvl3pPr>
            <a:lvl4pPr>
              <a:defRPr sz="1725" b="0">
                <a:solidFill>
                  <a:srgbClr val="152C3D"/>
                </a:solidFill>
              </a:defRPr>
            </a:lvl4pPr>
            <a:lvl5pPr>
              <a:defRPr sz="1725" b="0">
                <a:solidFill>
                  <a:srgbClr val="152C3D"/>
                </a:solidFill>
              </a:defRPr>
            </a:lvl5pPr>
            <a:lvl6pPr>
              <a:defRPr sz="1725" b="0">
                <a:solidFill>
                  <a:srgbClr val="152C3D"/>
                </a:solidFill>
              </a:defRPr>
            </a:lvl6pPr>
            <a:lvl7pPr>
              <a:defRPr sz="1725" b="0">
                <a:solidFill>
                  <a:srgbClr val="152C3D"/>
                </a:solidFill>
              </a:defRPr>
            </a:lvl7pPr>
            <a:lvl8pPr>
              <a:defRPr sz="1725" b="0">
                <a:solidFill>
                  <a:srgbClr val="152C3D"/>
                </a:solidFill>
              </a:defRPr>
            </a:lvl8pPr>
            <a:lvl9pPr>
              <a:defRPr sz="1725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52C3D"/>
                </a:solidFill>
              </a:defRPr>
            </a:pPr>
            <a:r>
              <a:rPr sz="1725" b="0">
                <a:solidFill>
                  <a:srgbClr val="152C3D"/>
                </a:solidFill>
              </a:rPr>
              <a:t>Нужны явные переходы состояний, права на конкретный документ и оценка удобства.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E7FDC4-903A-4570-AC8B-89D451EBD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43600"/>
            <a:ext cx="1019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4F6474"/>
                </a:solidFill>
              </a:defRPr>
            </a:defPPr>
            <a:lvl1pPr>
              <a:defRPr sz="1500" b="0">
                <a:solidFill>
                  <a:srgbClr val="4F6474"/>
                </a:solidFill>
              </a:defRPr>
            </a:lvl1pPr>
            <a:lvl2pPr>
              <a:defRPr sz="1500" b="0">
                <a:solidFill>
                  <a:srgbClr val="4F6474"/>
                </a:solidFill>
              </a:defRPr>
            </a:lvl2pPr>
            <a:lvl3pPr>
              <a:defRPr sz="1500" b="0">
                <a:solidFill>
                  <a:srgbClr val="4F6474"/>
                </a:solidFill>
              </a:defRPr>
            </a:lvl3pPr>
            <a:lvl4pPr>
              <a:defRPr sz="1500" b="0">
                <a:solidFill>
                  <a:srgbClr val="4F6474"/>
                </a:solidFill>
              </a:defRPr>
            </a:lvl4pPr>
            <a:lvl5pPr>
              <a:defRPr sz="1500" b="0">
                <a:solidFill>
                  <a:srgbClr val="4F6474"/>
                </a:solidFill>
              </a:defRPr>
            </a:lvl5pPr>
            <a:lvl6pPr>
              <a:defRPr sz="1500" b="0">
                <a:solidFill>
                  <a:srgbClr val="4F6474"/>
                </a:solidFill>
              </a:defRPr>
            </a:lvl6pPr>
            <a:lvl7pPr>
              <a:defRPr sz="1500" b="0">
                <a:solidFill>
                  <a:srgbClr val="4F6474"/>
                </a:solidFill>
              </a:defRPr>
            </a:lvl7pPr>
            <a:lvl8pPr>
              <a:defRPr sz="1500" b="0">
                <a:solidFill>
                  <a:srgbClr val="4F6474"/>
                </a:solidFill>
              </a:defRPr>
            </a:lvl8pPr>
            <a:lvl9pPr>
              <a:defRPr sz="1500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4F6474"/>
                </a:solidFill>
              </a:defRPr>
            </a:pPr>
            <a:r>
              <a:rPr sz="1500" b="0">
                <a:solidFill>
                  <a:srgbClr val="4F6474"/>
                </a:solidFill>
              </a:rPr>
              <a:t>Обзор ограничен доступными материалами; влияние системы на скорость ещё не измеряли.</a:t>
            </a:r>
          </a:p>
        </p:txBody>
      </p:sp>
    </p:spTree>
    <p:extLst>
      <p:ext uri="{BB962C8B-B14F-4D97-AF65-F5344CB8AC3E}">
        <p14:creationId xmlns:p14="http://schemas.microsoft.com/office/powerpoint/2010/main" val="10337790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2AD1E5-006D-41F1-8D76-1F7F85AB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52C3D"/>
                </a:solidFill>
              </a:defRPr>
            </a:defPPr>
            <a:lvl1pPr>
              <a:defRPr sz="3000" b="1">
                <a:solidFill>
                  <a:srgbClr val="152C3D"/>
                </a:solidFill>
              </a:defRPr>
            </a:lvl1pPr>
            <a:lvl2pPr>
              <a:defRPr sz="3000" b="1">
                <a:solidFill>
                  <a:srgbClr val="152C3D"/>
                </a:solidFill>
              </a:defRPr>
            </a:lvl2pPr>
            <a:lvl3pPr>
              <a:defRPr sz="3000" b="1">
                <a:solidFill>
                  <a:srgbClr val="152C3D"/>
                </a:solidFill>
              </a:defRPr>
            </a:lvl3pPr>
            <a:lvl4pPr>
              <a:defRPr sz="3000" b="1">
                <a:solidFill>
                  <a:srgbClr val="152C3D"/>
                </a:solidFill>
              </a:defRPr>
            </a:lvl4pPr>
            <a:lvl5pPr>
              <a:defRPr sz="3000" b="1">
                <a:solidFill>
                  <a:srgbClr val="152C3D"/>
                </a:solidFill>
              </a:defRPr>
            </a:lvl5pPr>
            <a:lvl6pPr>
              <a:defRPr sz="3000" b="1">
                <a:solidFill>
                  <a:srgbClr val="152C3D"/>
                </a:solidFill>
              </a:defRPr>
            </a:lvl6pPr>
            <a:lvl7pPr>
              <a:defRPr sz="3000" b="1">
                <a:solidFill>
                  <a:srgbClr val="152C3D"/>
                </a:solidFill>
              </a:defRPr>
            </a:lvl7pPr>
            <a:lvl8pPr>
              <a:defRPr sz="3000" b="1">
                <a:solidFill>
                  <a:srgbClr val="152C3D"/>
                </a:solidFill>
              </a:defRPr>
            </a:lvl8pPr>
            <a:lvl9pPr>
              <a:defRPr sz="3000" b="1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52C3D"/>
                </a:solidFill>
              </a:defRPr>
            </a:pPr>
            <a:r>
              <a:rPr sz="3000" b="1">
                <a:solidFill>
                  <a:srgbClr val="152C3D"/>
                </a:solidFill>
              </a:rPr>
              <a:t>Аналоги: 5 систем, 8 критериев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63E7F7-41D4-4A53-8AE3-536BAB14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4F6474"/>
                </a:solidFill>
              </a:defRPr>
            </a:defPPr>
            <a:lvl1pPr>
              <a:defRPr sz="1125" b="0">
                <a:solidFill>
                  <a:srgbClr val="4F6474"/>
                </a:solidFill>
              </a:defRPr>
            </a:lvl1pPr>
            <a:lvl2pPr>
              <a:defRPr sz="1125" b="0">
                <a:solidFill>
                  <a:srgbClr val="4F6474"/>
                </a:solidFill>
              </a:defRPr>
            </a:lvl2pPr>
            <a:lvl3pPr>
              <a:defRPr sz="1125" b="0">
                <a:solidFill>
                  <a:srgbClr val="4F6474"/>
                </a:solidFill>
              </a:defRPr>
            </a:lvl3pPr>
            <a:lvl4pPr>
              <a:defRPr sz="1125" b="0">
                <a:solidFill>
                  <a:srgbClr val="4F6474"/>
                </a:solidFill>
              </a:defRPr>
            </a:lvl4pPr>
            <a:lvl5pPr>
              <a:defRPr sz="1125" b="0">
                <a:solidFill>
                  <a:srgbClr val="4F6474"/>
                </a:solidFill>
              </a:defRPr>
            </a:lvl5pPr>
            <a:lvl6pPr>
              <a:defRPr sz="1125" b="0">
                <a:solidFill>
                  <a:srgbClr val="4F6474"/>
                </a:solidFill>
              </a:defRPr>
            </a:lvl6pPr>
            <a:lvl7pPr>
              <a:defRPr sz="1125" b="0">
                <a:solidFill>
                  <a:srgbClr val="4F6474"/>
                </a:solidFill>
              </a:defRPr>
            </a:lvl7pPr>
            <a:lvl8pPr>
              <a:defRPr sz="1125" b="0">
                <a:solidFill>
                  <a:srgbClr val="4F6474"/>
                </a:solidFill>
              </a:defRPr>
            </a:lvl8pPr>
            <a:lvl9pPr>
              <a:defRPr sz="1125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4F6474"/>
                </a:solidFill>
              </a:defRPr>
            </a:pPr>
            <a:r>
              <a:rPr sz="1125" b="0">
                <a:solidFill>
                  <a:srgbClr val="4F6474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F0C0CB-D453-4623-9AAD-0FFBE976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5915025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52C3D"/>
                </a:solidFill>
              </a:defRPr>
            </a:defPPr>
            <a:lvl1pPr>
              <a:defRPr sz="2175" b="0">
                <a:solidFill>
                  <a:srgbClr val="152C3D"/>
                </a:solidFill>
              </a:defRPr>
            </a:lvl1pPr>
            <a:lvl2pPr>
              <a:defRPr sz="2175" b="0">
                <a:solidFill>
                  <a:srgbClr val="152C3D"/>
                </a:solidFill>
              </a:defRPr>
            </a:lvl2pPr>
            <a:lvl3pPr>
              <a:defRPr sz="2175" b="0">
                <a:solidFill>
                  <a:srgbClr val="152C3D"/>
                </a:solidFill>
              </a:defRPr>
            </a:lvl3pPr>
            <a:lvl4pPr>
              <a:defRPr sz="2175" b="0">
                <a:solidFill>
                  <a:srgbClr val="152C3D"/>
                </a:solidFill>
              </a:defRPr>
            </a:lvl4pPr>
            <a:lvl5pPr>
              <a:defRPr sz="2175" b="0">
                <a:solidFill>
                  <a:srgbClr val="152C3D"/>
                </a:solidFill>
              </a:defRPr>
            </a:lvl5pPr>
            <a:lvl6pPr>
              <a:defRPr sz="2175" b="0">
                <a:solidFill>
                  <a:srgbClr val="152C3D"/>
                </a:solidFill>
              </a:defRPr>
            </a:lvl6pPr>
            <a:lvl7pPr>
              <a:defRPr sz="2175" b="0">
                <a:solidFill>
                  <a:srgbClr val="152C3D"/>
                </a:solidFill>
              </a:defRPr>
            </a:lvl7pPr>
            <a:lvl8pPr>
              <a:defRPr sz="2175" b="0">
                <a:solidFill>
                  <a:srgbClr val="152C3D"/>
                </a:solidFill>
              </a:defRPr>
            </a:lvl8pPr>
            <a:lvl9pPr>
              <a:defRPr sz="2175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52C3D"/>
                </a:solidFill>
              </a:defRPr>
            </a:pPr>
            <a:r>
              <a:rPr sz="2175" b="0">
                <a:solidFill>
                  <a:srgbClr val="152C3D"/>
                </a:solidFill>
              </a:rPr>
              <a:t>SharePoint + Power Automate</a:t>
            </a:r>
          </a:p>
          <a:p xmlns:a="http://schemas.openxmlformats.org/drawingml/2006/main">
            <a:pPr>
              <a:defRPr sz="2175" b="0">
                <a:solidFill>
                  <a:srgbClr val="152C3D"/>
                </a:solidFill>
              </a:defRPr>
            </a:pPr>
            <a:r>
              <a:rPr sz="2175" b="0">
                <a:solidFill>
                  <a:srgbClr val="152C3D"/>
                </a:solidFill>
              </a:rPr>
              <a:t>Nextcloud + Flow</a:t>
            </a:r>
          </a:p>
          <a:p xmlns:a="http://schemas.openxmlformats.org/drawingml/2006/main">
            <a:pPr>
              <a:defRPr sz="2175" b="0">
                <a:solidFill>
                  <a:srgbClr val="152C3D"/>
                </a:solidFill>
              </a:defRPr>
            </a:pPr>
            <a:r>
              <a:rPr sz="2175" b="0">
                <a:solidFill>
                  <a:srgbClr val="152C3D"/>
                </a:solidFill>
              </a:rPr>
              <a:t>Mayan EDMS</a:t>
            </a:r>
          </a:p>
          <a:p xmlns:a="http://schemas.openxmlformats.org/drawingml/2006/main">
            <a:pPr>
              <a:defRPr sz="2175" b="0">
                <a:solidFill>
                  <a:srgbClr val="152C3D"/>
                </a:solidFill>
              </a:defRPr>
            </a:pPr>
            <a:r>
              <a:rPr sz="2175" b="0">
                <a:solidFill>
                  <a:srgbClr val="152C3D"/>
                </a:solidFill>
              </a:rPr>
              <a:t>Paperless-ngx</a:t>
            </a:r>
          </a:p>
          <a:p xmlns:a="http://schemas.openxmlformats.org/drawingml/2006/main">
            <a:pPr>
              <a:defRPr sz="2175" b="0">
                <a:solidFill>
                  <a:srgbClr val="152C3D"/>
                </a:solidFill>
              </a:defRPr>
            </a:pPr>
            <a:r>
              <a:rPr sz="2175" b="0">
                <a:solidFill>
                  <a:srgbClr val="152C3D"/>
                </a:solidFill>
              </a:rPr>
              <a:t>Documentolog Platform / d8n.ai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415BB0-C617-4E5C-A5FE-E4E4B17E3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85925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87762"/>
                </a:solidFill>
              </a:defRPr>
            </a:defPPr>
            <a:lvl1pPr>
              <a:defRPr sz="2100" b="1">
                <a:solidFill>
                  <a:srgbClr val="187762"/>
                </a:solidFill>
              </a:defRPr>
            </a:lvl1pPr>
            <a:lvl2pPr>
              <a:defRPr sz="2100" b="1">
                <a:solidFill>
                  <a:srgbClr val="187762"/>
                </a:solidFill>
              </a:defRPr>
            </a:lvl2pPr>
            <a:lvl3pPr>
              <a:defRPr sz="2100" b="1">
                <a:solidFill>
                  <a:srgbClr val="187762"/>
                </a:solidFill>
              </a:defRPr>
            </a:lvl3pPr>
            <a:lvl4pPr>
              <a:defRPr sz="2100" b="1">
                <a:solidFill>
                  <a:srgbClr val="187762"/>
                </a:solidFill>
              </a:defRPr>
            </a:lvl4pPr>
            <a:lvl5pPr>
              <a:defRPr sz="2100" b="1">
                <a:solidFill>
                  <a:srgbClr val="187762"/>
                </a:solidFill>
              </a:defRPr>
            </a:lvl5pPr>
            <a:lvl6pPr>
              <a:defRPr sz="2100" b="1">
                <a:solidFill>
                  <a:srgbClr val="187762"/>
                </a:solidFill>
              </a:defRPr>
            </a:lvl6pPr>
            <a:lvl7pPr>
              <a:defRPr sz="2100" b="1">
                <a:solidFill>
                  <a:srgbClr val="187762"/>
                </a:solidFill>
              </a:defRPr>
            </a:lvl7pPr>
            <a:lvl8pPr>
              <a:defRPr sz="2100" b="1">
                <a:solidFill>
                  <a:srgbClr val="187762"/>
                </a:solidFill>
              </a:defRPr>
            </a:lvl8pPr>
            <a:lvl9pPr>
              <a:defRPr sz="2100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87762"/>
                </a:solidFill>
              </a:defRPr>
            </a:pPr>
            <a:r>
              <a:rPr sz="2100" b="1">
                <a:solidFill>
                  <a:srgbClr val="187762"/>
                </a:solidFill>
              </a:rPr>
              <a:t>Критерии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415271-7384-487D-AD5B-366C6790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352675"/>
            <a:ext cx="41910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52C3D"/>
                </a:solidFill>
              </a:defRPr>
            </a:defPPr>
            <a:lvl1pPr>
              <a:defRPr sz="1725" b="0">
                <a:solidFill>
                  <a:srgbClr val="152C3D"/>
                </a:solidFill>
              </a:defRPr>
            </a:lvl1pPr>
            <a:lvl2pPr>
              <a:defRPr sz="1725" b="0">
                <a:solidFill>
                  <a:srgbClr val="152C3D"/>
                </a:solidFill>
              </a:defRPr>
            </a:lvl2pPr>
            <a:lvl3pPr>
              <a:defRPr sz="1725" b="0">
                <a:solidFill>
                  <a:srgbClr val="152C3D"/>
                </a:solidFill>
              </a:defRPr>
            </a:lvl3pPr>
            <a:lvl4pPr>
              <a:defRPr sz="1725" b="0">
                <a:solidFill>
                  <a:srgbClr val="152C3D"/>
                </a:solidFill>
              </a:defRPr>
            </a:lvl4pPr>
            <a:lvl5pPr>
              <a:defRPr sz="1725" b="0">
                <a:solidFill>
                  <a:srgbClr val="152C3D"/>
                </a:solidFill>
              </a:defRPr>
            </a:lvl5pPr>
            <a:lvl6pPr>
              <a:defRPr sz="1725" b="0">
                <a:solidFill>
                  <a:srgbClr val="152C3D"/>
                </a:solidFill>
              </a:defRPr>
            </a:lvl6pPr>
            <a:lvl7pPr>
              <a:defRPr sz="1725" b="0">
                <a:solidFill>
                  <a:srgbClr val="152C3D"/>
                </a:solidFill>
              </a:defRPr>
            </a:lvl7pPr>
            <a:lvl8pPr>
              <a:defRPr sz="1725" b="0">
                <a:solidFill>
                  <a:srgbClr val="152C3D"/>
                </a:solidFill>
              </a:defRPr>
            </a:lvl8pPr>
            <a:lvl9pPr>
              <a:defRPr sz="1725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52C3D"/>
                </a:solidFill>
              </a:defRPr>
            </a:pPr>
            <a:r>
              <a:rPr sz="1725" b="0">
                <a:solidFill>
                  <a:srgbClr val="152C3D"/>
                </a:solidFill>
              </a:rPr>
              <a:t>маршруты · версии · доступ · метаданные</a:t>
            </a:r>
          </a:p>
          <a:p xmlns:a="http://schemas.openxmlformats.org/drawingml/2006/main">
            <a:pPr>
              <a:defRPr sz="1725" b="0">
                <a:solidFill>
                  <a:srgbClr val="152C3D"/>
                </a:solidFill>
              </a:defRPr>
            </a:pPr>
            <a:r>
              <a:rPr sz="1725" b="0">
                <a:solidFill>
                  <a:srgbClr val="152C3D"/>
                </a:solidFill>
              </a:rPr>
              <a:t>история действий · интеграции · развёртывание · привязка решения к версии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2D4A3D-C9F7-47A3-8445-DD62B7AE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53050"/>
            <a:ext cx="10334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4F6474"/>
                </a:solidFill>
              </a:defRPr>
            </a:defPPr>
            <a:lvl1pPr>
              <a:defRPr sz="1725" b="0">
                <a:solidFill>
                  <a:srgbClr val="4F6474"/>
                </a:solidFill>
              </a:defRPr>
            </a:lvl1pPr>
            <a:lvl2pPr>
              <a:defRPr sz="1725" b="0">
                <a:solidFill>
                  <a:srgbClr val="4F6474"/>
                </a:solidFill>
              </a:defRPr>
            </a:lvl2pPr>
            <a:lvl3pPr>
              <a:defRPr sz="1725" b="0">
                <a:solidFill>
                  <a:srgbClr val="4F6474"/>
                </a:solidFill>
              </a:defRPr>
            </a:lvl3pPr>
            <a:lvl4pPr>
              <a:defRPr sz="1725" b="0">
                <a:solidFill>
                  <a:srgbClr val="4F6474"/>
                </a:solidFill>
              </a:defRPr>
            </a:lvl4pPr>
            <a:lvl5pPr>
              <a:defRPr sz="1725" b="0">
                <a:solidFill>
                  <a:srgbClr val="4F6474"/>
                </a:solidFill>
              </a:defRPr>
            </a:lvl5pPr>
            <a:lvl6pPr>
              <a:defRPr sz="1725" b="0">
                <a:solidFill>
                  <a:srgbClr val="4F6474"/>
                </a:solidFill>
              </a:defRPr>
            </a:lvl6pPr>
            <a:lvl7pPr>
              <a:defRPr sz="1725" b="0">
                <a:solidFill>
                  <a:srgbClr val="4F6474"/>
                </a:solidFill>
              </a:defRPr>
            </a:lvl7pPr>
            <a:lvl8pPr>
              <a:defRPr sz="1725" b="0">
                <a:solidFill>
                  <a:srgbClr val="4F6474"/>
                </a:solidFill>
              </a:defRPr>
            </a:lvl8pPr>
            <a:lvl9pPr>
              <a:defRPr sz="1725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F6474"/>
                </a:solidFill>
              </a:defRPr>
            </a:pPr>
            <a:r>
              <a:rPr sz="1725" b="0">
                <a:solidFill>
                  <a:srgbClr val="4F6474"/>
                </a:solidFill>
              </a:rPr>
              <a:t>Сравнение основано на документации. Практическую настройку и проверку маршрутов планируем.</a:t>
            </a:r>
          </a:p>
        </p:txBody>
      </p:sp>
    </p:spTree>
    <p:extLst>
      <p:ext uri="{BB962C8B-B14F-4D97-AF65-F5344CB8AC3E}">
        <p14:creationId xmlns:p14="http://schemas.microsoft.com/office/powerpoint/2010/main" val="2377435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2A827F-4B27-4BF9-9F80-03B7C1CE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52C3D"/>
                </a:solidFill>
              </a:defRPr>
            </a:defPPr>
            <a:lvl1pPr>
              <a:defRPr sz="3000" b="1">
                <a:solidFill>
                  <a:srgbClr val="152C3D"/>
                </a:solidFill>
              </a:defRPr>
            </a:lvl1pPr>
            <a:lvl2pPr>
              <a:defRPr sz="3000" b="1">
                <a:solidFill>
                  <a:srgbClr val="152C3D"/>
                </a:solidFill>
              </a:defRPr>
            </a:lvl2pPr>
            <a:lvl3pPr>
              <a:defRPr sz="3000" b="1">
                <a:solidFill>
                  <a:srgbClr val="152C3D"/>
                </a:solidFill>
              </a:defRPr>
            </a:lvl3pPr>
            <a:lvl4pPr>
              <a:defRPr sz="3000" b="1">
                <a:solidFill>
                  <a:srgbClr val="152C3D"/>
                </a:solidFill>
              </a:defRPr>
            </a:lvl4pPr>
            <a:lvl5pPr>
              <a:defRPr sz="3000" b="1">
                <a:solidFill>
                  <a:srgbClr val="152C3D"/>
                </a:solidFill>
              </a:defRPr>
            </a:lvl5pPr>
            <a:lvl6pPr>
              <a:defRPr sz="3000" b="1">
                <a:solidFill>
                  <a:srgbClr val="152C3D"/>
                </a:solidFill>
              </a:defRPr>
            </a:lvl6pPr>
            <a:lvl7pPr>
              <a:defRPr sz="3000" b="1">
                <a:solidFill>
                  <a:srgbClr val="152C3D"/>
                </a:solidFill>
              </a:defRPr>
            </a:lvl7pPr>
            <a:lvl8pPr>
              <a:defRPr sz="3000" b="1">
                <a:solidFill>
                  <a:srgbClr val="152C3D"/>
                </a:solidFill>
              </a:defRPr>
            </a:lvl8pPr>
            <a:lvl9pPr>
              <a:defRPr sz="3000" b="1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52C3D"/>
                </a:solidFill>
              </a:defRPr>
            </a:pPr>
            <a:r>
              <a:rPr sz="3000" b="1">
                <a:solidFill>
                  <a:srgbClr val="152C3D"/>
                </a:solidFill>
              </a:rPr>
              <a:t>Выбранный технический подход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CA494B-259F-49AD-99A1-256A377C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4F6474"/>
                </a:solidFill>
              </a:defRPr>
            </a:defPPr>
            <a:lvl1pPr>
              <a:defRPr sz="1125" b="0">
                <a:solidFill>
                  <a:srgbClr val="4F6474"/>
                </a:solidFill>
              </a:defRPr>
            </a:lvl1pPr>
            <a:lvl2pPr>
              <a:defRPr sz="1125" b="0">
                <a:solidFill>
                  <a:srgbClr val="4F6474"/>
                </a:solidFill>
              </a:defRPr>
            </a:lvl2pPr>
            <a:lvl3pPr>
              <a:defRPr sz="1125" b="0">
                <a:solidFill>
                  <a:srgbClr val="4F6474"/>
                </a:solidFill>
              </a:defRPr>
            </a:lvl3pPr>
            <a:lvl4pPr>
              <a:defRPr sz="1125" b="0">
                <a:solidFill>
                  <a:srgbClr val="4F6474"/>
                </a:solidFill>
              </a:defRPr>
            </a:lvl4pPr>
            <a:lvl5pPr>
              <a:defRPr sz="1125" b="0">
                <a:solidFill>
                  <a:srgbClr val="4F6474"/>
                </a:solidFill>
              </a:defRPr>
            </a:lvl5pPr>
            <a:lvl6pPr>
              <a:defRPr sz="1125" b="0">
                <a:solidFill>
                  <a:srgbClr val="4F6474"/>
                </a:solidFill>
              </a:defRPr>
            </a:lvl6pPr>
            <a:lvl7pPr>
              <a:defRPr sz="1125" b="0">
                <a:solidFill>
                  <a:srgbClr val="4F6474"/>
                </a:solidFill>
              </a:defRPr>
            </a:lvl7pPr>
            <a:lvl8pPr>
              <a:defRPr sz="1125" b="0">
                <a:solidFill>
                  <a:srgbClr val="4F6474"/>
                </a:solidFill>
              </a:defRPr>
            </a:lvl8pPr>
            <a:lvl9pPr>
              <a:defRPr sz="1125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4F6474"/>
                </a:solidFill>
              </a:defRPr>
            </a:pPr>
            <a:r>
              <a:rPr sz="1125" b="0">
                <a:solidFill>
                  <a:srgbClr val="4F6474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986073-1961-4419-B727-D17CA110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333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187762"/>
                </a:solidFill>
              </a:defRPr>
            </a:defPPr>
            <a:lvl1pPr>
              <a:defRPr sz="1875" b="1">
                <a:solidFill>
                  <a:srgbClr val="187762"/>
                </a:solidFill>
              </a:defRPr>
            </a:lvl1pPr>
            <a:lvl2pPr>
              <a:defRPr sz="1875" b="1">
                <a:solidFill>
                  <a:srgbClr val="187762"/>
                </a:solidFill>
              </a:defRPr>
            </a:lvl2pPr>
            <a:lvl3pPr>
              <a:defRPr sz="1875" b="1">
                <a:solidFill>
                  <a:srgbClr val="187762"/>
                </a:solidFill>
              </a:defRPr>
            </a:lvl3pPr>
            <a:lvl4pPr>
              <a:defRPr sz="1875" b="1">
                <a:solidFill>
                  <a:srgbClr val="187762"/>
                </a:solidFill>
              </a:defRPr>
            </a:lvl4pPr>
            <a:lvl5pPr>
              <a:defRPr sz="1875" b="1">
                <a:solidFill>
                  <a:srgbClr val="187762"/>
                </a:solidFill>
              </a:defRPr>
            </a:lvl5pPr>
            <a:lvl6pPr>
              <a:defRPr sz="1875" b="1">
                <a:solidFill>
                  <a:srgbClr val="187762"/>
                </a:solidFill>
              </a:defRPr>
            </a:lvl6pPr>
            <a:lvl7pPr>
              <a:defRPr sz="1875" b="1">
                <a:solidFill>
                  <a:srgbClr val="187762"/>
                </a:solidFill>
              </a:defRPr>
            </a:lvl7pPr>
            <a:lvl8pPr>
              <a:defRPr sz="1875" b="1">
                <a:solidFill>
                  <a:srgbClr val="187762"/>
                </a:solidFill>
              </a:defRPr>
            </a:lvl8pPr>
            <a:lvl9pPr>
              <a:defRPr sz="1875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87762"/>
                </a:solidFill>
              </a:defRPr>
            </a:pPr>
            <a:r>
              <a:rPr sz="1875" b="1">
                <a:solidFill>
                  <a:srgbClr val="187762"/>
                </a:solidFill>
              </a:rPr>
              <a:t>Сервер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6F7BB6-453A-410A-93B2-087FBE64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1752600"/>
            <a:ext cx="8001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52C3D"/>
                </a:solidFill>
              </a:defRPr>
            </a:defPPr>
            <a:lvl1pPr>
              <a:defRPr sz="1725" b="0">
                <a:solidFill>
                  <a:srgbClr val="152C3D"/>
                </a:solidFill>
              </a:defRPr>
            </a:lvl1pPr>
            <a:lvl2pPr>
              <a:defRPr sz="1725" b="0">
                <a:solidFill>
                  <a:srgbClr val="152C3D"/>
                </a:solidFill>
              </a:defRPr>
            </a:lvl2pPr>
            <a:lvl3pPr>
              <a:defRPr sz="1725" b="0">
                <a:solidFill>
                  <a:srgbClr val="152C3D"/>
                </a:solidFill>
              </a:defRPr>
            </a:lvl3pPr>
            <a:lvl4pPr>
              <a:defRPr sz="1725" b="0">
                <a:solidFill>
                  <a:srgbClr val="152C3D"/>
                </a:solidFill>
              </a:defRPr>
            </a:lvl4pPr>
            <a:lvl5pPr>
              <a:defRPr sz="1725" b="0">
                <a:solidFill>
                  <a:srgbClr val="152C3D"/>
                </a:solidFill>
              </a:defRPr>
            </a:lvl5pPr>
            <a:lvl6pPr>
              <a:defRPr sz="1725" b="0">
                <a:solidFill>
                  <a:srgbClr val="152C3D"/>
                </a:solidFill>
              </a:defRPr>
            </a:lvl6pPr>
            <a:lvl7pPr>
              <a:defRPr sz="1725" b="0">
                <a:solidFill>
                  <a:srgbClr val="152C3D"/>
                </a:solidFill>
              </a:defRPr>
            </a:lvl7pPr>
            <a:lvl8pPr>
              <a:defRPr sz="1725" b="0">
                <a:solidFill>
                  <a:srgbClr val="152C3D"/>
                </a:solidFill>
              </a:defRPr>
            </a:lvl8pPr>
            <a:lvl9pPr>
              <a:defRPr sz="1725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52C3D"/>
                </a:solidFill>
              </a:defRPr>
            </a:pPr>
            <a:r>
              <a:rPr sz="1725" b="0">
                <a:solidFill>
                  <a:srgbClr val="152C3D"/>
                </a:solidFill>
              </a:rPr>
              <a:t>Django: сессии, роли и бизнес-правила в одном приложении.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C42F34-840E-43D7-B000-7E03986C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333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187762"/>
                </a:solidFill>
              </a:defRPr>
            </a:defPPr>
            <a:lvl1pPr>
              <a:defRPr sz="1875" b="1">
                <a:solidFill>
                  <a:srgbClr val="187762"/>
                </a:solidFill>
              </a:defRPr>
            </a:lvl1pPr>
            <a:lvl2pPr>
              <a:defRPr sz="1875" b="1">
                <a:solidFill>
                  <a:srgbClr val="187762"/>
                </a:solidFill>
              </a:defRPr>
            </a:lvl2pPr>
            <a:lvl3pPr>
              <a:defRPr sz="1875" b="1">
                <a:solidFill>
                  <a:srgbClr val="187762"/>
                </a:solidFill>
              </a:defRPr>
            </a:lvl3pPr>
            <a:lvl4pPr>
              <a:defRPr sz="1875" b="1">
                <a:solidFill>
                  <a:srgbClr val="187762"/>
                </a:solidFill>
              </a:defRPr>
            </a:lvl4pPr>
            <a:lvl5pPr>
              <a:defRPr sz="1875" b="1">
                <a:solidFill>
                  <a:srgbClr val="187762"/>
                </a:solidFill>
              </a:defRPr>
            </a:lvl5pPr>
            <a:lvl6pPr>
              <a:defRPr sz="1875" b="1">
                <a:solidFill>
                  <a:srgbClr val="187762"/>
                </a:solidFill>
              </a:defRPr>
            </a:lvl6pPr>
            <a:lvl7pPr>
              <a:defRPr sz="1875" b="1">
                <a:solidFill>
                  <a:srgbClr val="187762"/>
                </a:solidFill>
              </a:defRPr>
            </a:lvl7pPr>
            <a:lvl8pPr>
              <a:defRPr sz="1875" b="1">
                <a:solidFill>
                  <a:srgbClr val="187762"/>
                </a:solidFill>
              </a:defRPr>
            </a:lvl8pPr>
            <a:lvl9pPr>
              <a:defRPr sz="1875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87762"/>
                </a:solidFill>
              </a:defRPr>
            </a:pPr>
            <a:r>
              <a:rPr sz="1875" b="1">
                <a:solidFill>
                  <a:srgbClr val="187762"/>
                </a:solidFill>
              </a:rPr>
              <a:t>Данные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D24573-9826-48D0-B5EB-CA4A79D6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19400"/>
            <a:ext cx="8001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52C3D"/>
                </a:solidFill>
              </a:defRPr>
            </a:defPPr>
            <a:lvl1pPr>
              <a:defRPr sz="1725" b="0">
                <a:solidFill>
                  <a:srgbClr val="152C3D"/>
                </a:solidFill>
              </a:defRPr>
            </a:lvl1pPr>
            <a:lvl2pPr>
              <a:defRPr sz="1725" b="0">
                <a:solidFill>
                  <a:srgbClr val="152C3D"/>
                </a:solidFill>
              </a:defRPr>
            </a:lvl2pPr>
            <a:lvl3pPr>
              <a:defRPr sz="1725" b="0">
                <a:solidFill>
                  <a:srgbClr val="152C3D"/>
                </a:solidFill>
              </a:defRPr>
            </a:lvl3pPr>
            <a:lvl4pPr>
              <a:defRPr sz="1725" b="0">
                <a:solidFill>
                  <a:srgbClr val="152C3D"/>
                </a:solidFill>
              </a:defRPr>
            </a:lvl4pPr>
            <a:lvl5pPr>
              <a:defRPr sz="1725" b="0">
                <a:solidFill>
                  <a:srgbClr val="152C3D"/>
                </a:solidFill>
              </a:defRPr>
            </a:lvl5pPr>
            <a:lvl6pPr>
              <a:defRPr sz="1725" b="0">
                <a:solidFill>
                  <a:srgbClr val="152C3D"/>
                </a:solidFill>
              </a:defRPr>
            </a:lvl6pPr>
            <a:lvl7pPr>
              <a:defRPr sz="1725" b="0">
                <a:solidFill>
                  <a:srgbClr val="152C3D"/>
                </a:solidFill>
              </a:defRPr>
            </a:lvl7pPr>
            <a:lvl8pPr>
              <a:defRPr sz="1725" b="0">
                <a:solidFill>
                  <a:srgbClr val="152C3D"/>
                </a:solidFill>
              </a:defRPr>
            </a:lvl8pPr>
            <a:lvl9pPr>
              <a:defRPr sz="1725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52C3D"/>
                </a:solidFill>
              </a:defRPr>
            </a:pPr>
            <a:r>
              <a:rPr sz="1725" b="0">
                <a:solidFill>
                  <a:srgbClr val="152C3D"/>
                </a:solidFill>
              </a:rPr>
              <a:t>PostgreSQL для версий, решений и журналов; файлы в закрытом хранилище.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376230-695E-4EC2-BE0E-1EDFB9AA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333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187762"/>
                </a:solidFill>
              </a:defRPr>
            </a:defPPr>
            <a:lvl1pPr>
              <a:defRPr sz="1875" b="1">
                <a:solidFill>
                  <a:srgbClr val="187762"/>
                </a:solidFill>
              </a:defRPr>
            </a:lvl1pPr>
            <a:lvl2pPr>
              <a:defRPr sz="1875" b="1">
                <a:solidFill>
                  <a:srgbClr val="187762"/>
                </a:solidFill>
              </a:defRPr>
            </a:lvl2pPr>
            <a:lvl3pPr>
              <a:defRPr sz="1875" b="1">
                <a:solidFill>
                  <a:srgbClr val="187762"/>
                </a:solidFill>
              </a:defRPr>
            </a:lvl3pPr>
            <a:lvl4pPr>
              <a:defRPr sz="1875" b="1">
                <a:solidFill>
                  <a:srgbClr val="187762"/>
                </a:solidFill>
              </a:defRPr>
            </a:lvl4pPr>
            <a:lvl5pPr>
              <a:defRPr sz="1875" b="1">
                <a:solidFill>
                  <a:srgbClr val="187762"/>
                </a:solidFill>
              </a:defRPr>
            </a:lvl5pPr>
            <a:lvl6pPr>
              <a:defRPr sz="1875" b="1">
                <a:solidFill>
                  <a:srgbClr val="187762"/>
                </a:solidFill>
              </a:defRPr>
            </a:lvl6pPr>
            <a:lvl7pPr>
              <a:defRPr sz="1875" b="1">
                <a:solidFill>
                  <a:srgbClr val="187762"/>
                </a:solidFill>
              </a:defRPr>
            </a:lvl7pPr>
            <a:lvl8pPr>
              <a:defRPr sz="1875" b="1">
                <a:solidFill>
                  <a:srgbClr val="187762"/>
                </a:solidFill>
              </a:defRPr>
            </a:lvl8pPr>
            <a:lvl9pPr>
              <a:defRPr sz="1875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87762"/>
                </a:solidFill>
              </a:defRPr>
            </a:pPr>
            <a:r>
              <a:rPr sz="1875" b="1">
                <a:solidFill>
                  <a:srgbClr val="187762"/>
                </a:solidFill>
              </a:rPr>
              <a:t>Связь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4F3F6D-37F8-4750-BB73-38E9616E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886200"/>
            <a:ext cx="8001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52C3D"/>
                </a:solidFill>
              </a:defRPr>
            </a:defPPr>
            <a:lvl1pPr>
              <a:defRPr sz="1725" b="0">
                <a:solidFill>
                  <a:srgbClr val="152C3D"/>
                </a:solidFill>
              </a:defRPr>
            </a:lvl1pPr>
            <a:lvl2pPr>
              <a:defRPr sz="1725" b="0">
                <a:solidFill>
                  <a:srgbClr val="152C3D"/>
                </a:solidFill>
              </a:defRPr>
            </a:lvl2pPr>
            <a:lvl3pPr>
              <a:defRPr sz="1725" b="0">
                <a:solidFill>
                  <a:srgbClr val="152C3D"/>
                </a:solidFill>
              </a:defRPr>
            </a:lvl3pPr>
            <a:lvl4pPr>
              <a:defRPr sz="1725" b="0">
                <a:solidFill>
                  <a:srgbClr val="152C3D"/>
                </a:solidFill>
              </a:defRPr>
            </a:lvl4pPr>
            <a:lvl5pPr>
              <a:defRPr sz="1725" b="0">
                <a:solidFill>
                  <a:srgbClr val="152C3D"/>
                </a:solidFill>
              </a:defRPr>
            </a:lvl5pPr>
            <a:lvl6pPr>
              <a:defRPr sz="1725" b="0">
                <a:solidFill>
                  <a:srgbClr val="152C3D"/>
                </a:solidFill>
              </a:defRPr>
            </a:lvl6pPr>
            <a:lvl7pPr>
              <a:defRPr sz="1725" b="0">
                <a:solidFill>
                  <a:srgbClr val="152C3D"/>
                </a:solidFill>
              </a:defRPr>
            </a:lvl7pPr>
            <a:lvl8pPr>
              <a:defRPr sz="1725" b="0">
                <a:solidFill>
                  <a:srgbClr val="152C3D"/>
                </a:solidFill>
              </a:defRPr>
            </a:lvl8pPr>
            <a:lvl9pPr>
              <a:defRPr sz="1725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52C3D"/>
                </a:solidFill>
              </a:defRPr>
            </a:pPr>
            <a:r>
              <a:rPr sz="1725" b="0">
                <a:solidFill>
                  <a:srgbClr val="152C3D"/>
                </a:solidFill>
              </a:rPr>
              <a:t>HTTPS и JSON для команд браузера. Уведомления через очередь событий.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E96E47-13CF-432D-857D-808EB266C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410200"/>
            <a:ext cx="10382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4F6474"/>
                </a:solidFill>
              </a:defRPr>
            </a:defPPr>
            <a:lvl1pPr>
              <a:defRPr sz="1800" b="0">
                <a:solidFill>
                  <a:srgbClr val="4F6474"/>
                </a:solidFill>
              </a:defRPr>
            </a:lvl1pPr>
            <a:lvl2pPr>
              <a:defRPr sz="1800" b="0">
                <a:solidFill>
                  <a:srgbClr val="4F6474"/>
                </a:solidFill>
              </a:defRPr>
            </a:lvl2pPr>
            <a:lvl3pPr>
              <a:defRPr sz="1800" b="0">
                <a:solidFill>
                  <a:srgbClr val="4F6474"/>
                </a:solidFill>
              </a:defRPr>
            </a:lvl3pPr>
            <a:lvl4pPr>
              <a:defRPr sz="1800" b="0">
                <a:solidFill>
                  <a:srgbClr val="4F6474"/>
                </a:solidFill>
              </a:defRPr>
            </a:lvl4pPr>
            <a:lvl5pPr>
              <a:defRPr sz="1800" b="0">
                <a:solidFill>
                  <a:srgbClr val="4F6474"/>
                </a:solidFill>
              </a:defRPr>
            </a:lvl5pPr>
            <a:lvl6pPr>
              <a:defRPr sz="1800" b="0">
                <a:solidFill>
                  <a:srgbClr val="4F6474"/>
                </a:solidFill>
              </a:defRPr>
            </a:lvl6pPr>
            <a:lvl7pPr>
              <a:defRPr sz="1800" b="0">
                <a:solidFill>
                  <a:srgbClr val="4F6474"/>
                </a:solidFill>
              </a:defRPr>
            </a:lvl7pPr>
            <a:lvl8pPr>
              <a:defRPr sz="1800" b="0">
                <a:solidFill>
                  <a:srgbClr val="4F6474"/>
                </a:solidFill>
              </a:defRPr>
            </a:lvl8pPr>
            <a:lvl9pPr>
              <a:defRPr sz="1800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F6474"/>
                </a:solidFill>
              </a:defRPr>
            </a:pPr>
            <a:r>
              <a:rPr sz="1800" b="0">
                <a:solidFill>
                  <a:srgbClr val="4F6474"/>
                </a:solidFill>
              </a:rPr>
              <a:t>Это проект архитектуры. Текущий интерактивный прототип работает в браузере на HTML, CSS и JavaScript.</a:t>
            </a:r>
          </a:p>
        </p:txBody>
      </p:sp>
    </p:spTree>
    <p:extLst>
      <p:ext uri="{BB962C8B-B14F-4D97-AF65-F5344CB8AC3E}">
        <p14:creationId xmlns:p14="http://schemas.microsoft.com/office/powerpoint/2010/main" val="4669420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15142C-4F7A-4174-A3C8-5D6AC328D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52C3D"/>
                </a:solidFill>
              </a:defRPr>
            </a:defPPr>
            <a:lvl1pPr>
              <a:defRPr sz="3000" b="1">
                <a:solidFill>
                  <a:srgbClr val="152C3D"/>
                </a:solidFill>
              </a:defRPr>
            </a:lvl1pPr>
            <a:lvl2pPr>
              <a:defRPr sz="3000" b="1">
                <a:solidFill>
                  <a:srgbClr val="152C3D"/>
                </a:solidFill>
              </a:defRPr>
            </a:lvl2pPr>
            <a:lvl3pPr>
              <a:defRPr sz="3000" b="1">
                <a:solidFill>
                  <a:srgbClr val="152C3D"/>
                </a:solidFill>
              </a:defRPr>
            </a:lvl3pPr>
            <a:lvl4pPr>
              <a:defRPr sz="3000" b="1">
                <a:solidFill>
                  <a:srgbClr val="152C3D"/>
                </a:solidFill>
              </a:defRPr>
            </a:lvl4pPr>
            <a:lvl5pPr>
              <a:defRPr sz="3000" b="1">
                <a:solidFill>
                  <a:srgbClr val="152C3D"/>
                </a:solidFill>
              </a:defRPr>
            </a:lvl5pPr>
            <a:lvl6pPr>
              <a:defRPr sz="3000" b="1">
                <a:solidFill>
                  <a:srgbClr val="152C3D"/>
                </a:solidFill>
              </a:defRPr>
            </a:lvl6pPr>
            <a:lvl7pPr>
              <a:defRPr sz="3000" b="1">
                <a:solidFill>
                  <a:srgbClr val="152C3D"/>
                </a:solidFill>
              </a:defRPr>
            </a:lvl7pPr>
            <a:lvl8pPr>
              <a:defRPr sz="3000" b="1">
                <a:solidFill>
                  <a:srgbClr val="152C3D"/>
                </a:solidFill>
              </a:defRPr>
            </a:lvl8pPr>
            <a:lvl9pPr>
              <a:defRPr sz="3000" b="1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52C3D"/>
                </a:solidFill>
              </a:defRPr>
            </a:pPr>
            <a:r>
              <a:rPr sz="3000" b="1">
                <a:solidFill>
                  <a:srgbClr val="152C3D"/>
                </a:solidFill>
              </a:rPr>
              <a:t>Требования и проверяемые правила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F3A4DB-1A62-4885-95AB-633F9AC85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4F6474"/>
                </a:solidFill>
              </a:defRPr>
            </a:defPPr>
            <a:lvl1pPr>
              <a:defRPr sz="1125" b="0">
                <a:solidFill>
                  <a:srgbClr val="4F6474"/>
                </a:solidFill>
              </a:defRPr>
            </a:lvl1pPr>
            <a:lvl2pPr>
              <a:defRPr sz="1125" b="0">
                <a:solidFill>
                  <a:srgbClr val="4F6474"/>
                </a:solidFill>
              </a:defRPr>
            </a:lvl2pPr>
            <a:lvl3pPr>
              <a:defRPr sz="1125" b="0">
                <a:solidFill>
                  <a:srgbClr val="4F6474"/>
                </a:solidFill>
              </a:defRPr>
            </a:lvl3pPr>
            <a:lvl4pPr>
              <a:defRPr sz="1125" b="0">
                <a:solidFill>
                  <a:srgbClr val="4F6474"/>
                </a:solidFill>
              </a:defRPr>
            </a:lvl4pPr>
            <a:lvl5pPr>
              <a:defRPr sz="1125" b="0">
                <a:solidFill>
                  <a:srgbClr val="4F6474"/>
                </a:solidFill>
              </a:defRPr>
            </a:lvl5pPr>
            <a:lvl6pPr>
              <a:defRPr sz="1125" b="0">
                <a:solidFill>
                  <a:srgbClr val="4F6474"/>
                </a:solidFill>
              </a:defRPr>
            </a:lvl6pPr>
            <a:lvl7pPr>
              <a:defRPr sz="1125" b="0">
                <a:solidFill>
                  <a:srgbClr val="4F6474"/>
                </a:solidFill>
              </a:defRPr>
            </a:lvl7pPr>
            <a:lvl8pPr>
              <a:defRPr sz="1125" b="0">
                <a:solidFill>
                  <a:srgbClr val="4F6474"/>
                </a:solidFill>
              </a:defRPr>
            </a:lvl8pPr>
            <a:lvl9pPr>
              <a:defRPr sz="1125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4F6474"/>
                </a:solidFill>
              </a:defRPr>
            </a:pPr>
            <a:r>
              <a:rPr sz="1125" b="0">
                <a:solidFill>
                  <a:srgbClr val="4F6474"/>
                </a:solidFill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5AFC9A-CEEF-4DA7-A9C0-ACB832D9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43075"/>
            <a:ext cx="11906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325" b="1">
                <a:solidFill>
                  <a:srgbClr val="187762"/>
                </a:solidFill>
              </a:defRPr>
            </a:defPPr>
            <a:lvl1pPr>
              <a:defRPr sz="5325" b="1">
                <a:solidFill>
                  <a:srgbClr val="187762"/>
                </a:solidFill>
              </a:defRPr>
            </a:lvl1pPr>
            <a:lvl2pPr>
              <a:defRPr sz="5325" b="1">
                <a:solidFill>
                  <a:srgbClr val="187762"/>
                </a:solidFill>
              </a:defRPr>
            </a:lvl2pPr>
            <a:lvl3pPr>
              <a:defRPr sz="5325" b="1">
                <a:solidFill>
                  <a:srgbClr val="187762"/>
                </a:solidFill>
              </a:defRPr>
            </a:lvl3pPr>
            <a:lvl4pPr>
              <a:defRPr sz="5325" b="1">
                <a:solidFill>
                  <a:srgbClr val="187762"/>
                </a:solidFill>
              </a:defRPr>
            </a:lvl4pPr>
            <a:lvl5pPr>
              <a:defRPr sz="5325" b="1">
                <a:solidFill>
                  <a:srgbClr val="187762"/>
                </a:solidFill>
              </a:defRPr>
            </a:lvl5pPr>
            <a:lvl6pPr>
              <a:defRPr sz="5325" b="1">
                <a:solidFill>
                  <a:srgbClr val="187762"/>
                </a:solidFill>
              </a:defRPr>
            </a:lvl6pPr>
            <a:lvl7pPr>
              <a:defRPr sz="5325" b="1">
                <a:solidFill>
                  <a:srgbClr val="187762"/>
                </a:solidFill>
              </a:defRPr>
            </a:lvl7pPr>
            <a:lvl8pPr>
              <a:defRPr sz="5325" b="1">
                <a:solidFill>
                  <a:srgbClr val="187762"/>
                </a:solidFill>
              </a:defRPr>
            </a:lvl8pPr>
            <a:lvl9pPr>
              <a:defRPr sz="5325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5325" b="1">
                <a:solidFill>
                  <a:srgbClr val="187762"/>
                </a:solidFill>
              </a:defRPr>
            </a:pPr>
            <a:r>
              <a:rPr sz="5325" b="1">
                <a:solidFill>
                  <a:srgbClr val="187762"/>
                </a:solidFill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25B8A3-289E-4731-8161-CBA7F9A8D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1962150"/>
            <a:ext cx="3476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52C3D"/>
                </a:solidFill>
              </a:defRPr>
            </a:defPPr>
            <a:lvl1pPr>
              <a:defRPr sz="2025" b="1">
                <a:solidFill>
                  <a:srgbClr val="152C3D"/>
                </a:solidFill>
              </a:defRPr>
            </a:lvl1pPr>
            <a:lvl2pPr>
              <a:defRPr sz="2025" b="1">
                <a:solidFill>
                  <a:srgbClr val="152C3D"/>
                </a:solidFill>
              </a:defRPr>
            </a:lvl2pPr>
            <a:lvl3pPr>
              <a:defRPr sz="2025" b="1">
                <a:solidFill>
                  <a:srgbClr val="152C3D"/>
                </a:solidFill>
              </a:defRPr>
            </a:lvl3pPr>
            <a:lvl4pPr>
              <a:defRPr sz="2025" b="1">
                <a:solidFill>
                  <a:srgbClr val="152C3D"/>
                </a:solidFill>
              </a:defRPr>
            </a:lvl4pPr>
            <a:lvl5pPr>
              <a:defRPr sz="2025" b="1">
                <a:solidFill>
                  <a:srgbClr val="152C3D"/>
                </a:solidFill>
              </a:defRPr>
            </a:lvl5pPr>
            <a:lvl6pPr>
              <a:defRPr sz="2025" b="1">
                <a:solidFill>
                  <a:srgbClr val="152C3D"/>
                </a:solidFill>
              </a:defRPr>
            </a:lvl6pPr>
            <a:lvl7pPr>
              <a:defRPr sz="2025" b="1">
                <a:solidFill>
                  <a:srgbClr val="152C3D"/>
                </a:solidFill>
              </a:defRPr>
            </a:lvl7pPr>
            <a:lvl8pPr>
              <a:defRPr sz="2025" b="1">
                <a:solidFill>
                  <a:srgbClr val="152C3D"/>
                </a:solidFill>
              </a:defRPr>
            </a:lvl8pPr>
            <a:lvl9pPr>
              <a:defRPr sz="2025" b="1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52C3D"/>
                </a:solidFill>
              </a:defRPr>
            </a:pPr>
            <a:r>
              <a:rPr sz="2025" b="1">
                <a:solidFill>
                  <a:srgbClr val="152C3D"/>
                </a:solidFill>
              </a:rPr>
              <a:t>функциональных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0550A0-97C1-45F6-AE62-0B0D5AC0C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43075"/>
            <a:ext cx="92392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325" b="1">
                <a:solidFill>
                  <a:srgbClr val="187762"/>
                </a:solidFill>
              </a:defRPr>
            </a:defPPr>
            <a:lvl1pPr>
              <a:defRPr sz="5325" b="1">
                <a:solidFill>
                  <a:srgbClr val="187762"/>
                </a:solidFill>
              </a:defRPr>
            </a:lvl1pPr>
            <a:lvl2pPr>
              <a:defRPr sz="5325" b="1">
                <a:solidFill>
                  <a:srgbClr val="187762"/>
                </a:solidFill>
              </a:defRPr>
            </a:lvl2pPr>
            <a:lvl3pPr>
              <a:defRPr sz="5325" b="1">
                <a:solidFill>
                  <a:srgbClr val="187762"/>
                </a:solidFill>
              </a:defRPr>
            </a:lvl3pPr>
            <a:lvl4pPr>
              <a:defRPr sz="5325" b="1">
                <a:solidFill>
                  <a:srgbClr val="187762"/>
                </a:solidFill>
              </a:defRPr>
            </a:lvl4pPr>
            <a:lvl5pPr>
              <a:defRPr sz="5325" b="1">
                <a:solidFill>
                  <a:srgbClr val="187762"/>
                </a:solidFill>
              </a:defRPr>
            </a:lvl5pPr>
            <a:lvl6pPr>
              <a:defRPr sz="5325" b="1">
                <a:solidFill>
                  <a:srgbClr val="187762"/>
                </a:solidFill>
              </a:defRPr>
            </a:lvl6pPr>
            <a:lvl7pPr>
              <a:defRPr sz="5325" b="1">
                <a:solidFill>
                  <a:srgbClr val="187762"/>
                </a:solidFill>
              </a:defRPr>
            </a:lvl7pPr>
            <a:lvl8pPr>
              <a:defRPr sz="5325" b="1">
                <a:solidFill>
                  <a:srgbClr val="187762"/>
                </a:solidFill>
              </a:defRPr>
            </a:lvl8pPr>
            <a:lvl9pPr>
              <a:defRPr sz="5325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5325" b="1">
                <a:solidFill>
                  <a:srgbClr val="187762"/>
                </a:solidFill>
              </a:defRPr>
            </a:pPr>
            <a:r>
              <a:rPr sz="5325" b="1">
                <a:solidFill>
                  <a:srgbClr val="187762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3190A6-E7D5-4DEE-A0AB-C25FAB2F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62150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52C3D"/>
                </a:solidFill>
              </a:defRPr>
            </a:defPPr>
            <a:lvl1pPr>
              <a:defRPr sz="2025" b="1">
                <a:solidFill>
                  <a:srgbClr val="152C3D"/>
                </a:solidFill>
              </a:defRPr>
            </a:lvl1pPr>
            <a:lvl2pPr>
              <a:defRPr sz="2025" b="1">
                <a:solidFill>
                  <a:srgbClr val="152C3D"/>
                </a:solidFill>
              </a:defRPr>
            </a:lvl2pPr>
            <a:lvl3pPr>
              <a:defRPr sz="2025" b="1">
                <a:solidFill>
                  <a:srgbClr val="152C3D"/>
                </a:solidFill>
              </a:defRPr>
            </a:lvl3pPr>
            <a:lvl4pPr>
              <a:defRPr sz="2025" b="1">
                <a:solidFill>
                  <a:srgbClr val="152C3D"/>
                </a:solidFill>
              </a:defRPr>
            </a:lvl4pPr>
            <a:lvl5pPr>
              <a:defRPr sz="2025" b="1">
                <a:solidFill>
                  <a:srgbClr val="152C3D"/>
                </a:solidFill>
              </a:defRPr>
            </a:lvl5pPr>
            <a:lvl6pPr>
              <a:defRPr sz="2025" b="1">
                <a:solidFill>
                  <a:srgbClr val="152C3D"/>
                </a:solidFill>
              </a:defRPr>
            </a:lvl6pPr>
            <a:lvl7pPr>
              <a:defRPr sz="2025" b="1">
                <a:solidFill>
                  <a:srgbClr val="152C3D"/>
                </a:solidFill>
              </a:defRPr>
            </a:lvl7pPr>
            <a:lvl8pPr>
              <a:defRPr sz="2025" b="1">
                <a:solidFill>
                  <a:srgbClr val="152C3D"/>
                </a:solidFill>
              </a:defRPr>
            </a:lvl8pPr>
            <a:lvl9pPr>
              <a:defRPr sz="2025" b="1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52C3D"/>
                </a:solidFill>
              </a:defRPr>
            </a:pPr>
            <a:r>
              <a:rPr sz="2025" b="1">
                <a:solidFill>
                  <a:srgbClr val="152C3D"/>
                </a:solidFill>
              </a:rPr>
              <a:t>нефункциональных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8CD7B2-562A-4774-8AB1-6C6A5F906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24288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187762"/>
                </a:solidFill>
              </a:defRPr>
            </a:defPPr>
            <a:lvl1pPr>
              <a:defRPr sz="1875" b="1">
                <a:solidFill>
                  <a:srgbClr val="187762"/>
                </a:solidFill>
              </a:defRPr>
            </a:lvl1pPr>
            <a:lvl2pPr>
              <a:defRPr sz="1875" b="1">
                <a:solidFill>
                  <a:srgbClr val="187762"/>
                </a:solidFill>
              </a:defRPr>
            </a:lvl2pPr>
            <a:lvl3pPr>
              <a:defRPr sz="1875" b="1">
                <a:solidFill>
                  <a:srgbClr val="187762"/>
                </a:solidFill>
              </a:defRPr>
            </a:lvl3pPr>
            <a:lvl4pPr>
              <a:defRPr sz="1875" b="1">
                <a:solidFill>
                  <a:srgbClr val="187762"/>
                </a:solidFill>
              </a:defRPr>
            </a:lvl4pPr>
            <a:lvl5pPr>
              <a:defRPr sz="1875" b="1">
                <a:solidFill>
                  <a:srgbClr val="187762"/>
                </a:solidFill>
              </a:defRPr>
            </a:lvl5pPr>
            <a:lvl6pPr>
              <a:defRPr sz="1875" b="1">
                <a:solidFill>
                  <a:srgbClr val="187762"/>
                </a:solidFill>
              </a:defRPr>
            </a:lvl6pPr>
            <a:lvl7pPr>
              <a:defRPr sz="1875" b="1">
                <a:solidFill>
                  <a:srgbClr val="187762"/>
                </a:solidFill>
              </a:defRPr>
            </a:lvl7pPr>
            <a:lvl8pPr>
              <a:defRPr sz="1875" b="1">
                <a:solidFill>
                  <a:srgbClr val="187762"/>
                </a:solidFill>
              </a:defRPr>
            </a:lvl8pPr>
            <a:lvl9pPr>
              <a:defRPr sz="1875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87762"/>
                </a:solidFill>
              </a:defRPr>
            </a:pPr>
            <a:r>
              <a:rPr sz="1875" b="1">
                <a:solidFill>
                  <a:srgbClr val="187762"/>
                </a:solidFill>
              </a:rPr>
              <a:t>Версия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5C15B6-A9B5-4F14-BF57-A30CEA41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409950"/>
            <a:ext cx="7905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52C3D"/>
                </a:solidFill>
              </a:defRPr>
            </a:defPPr>
            <a:lvl1pPr>
              <a:defRPr sz="1725" b="0">
                <a:solidFill>
                  <a:srgbClr val="152C3D"/>
                </a:solidFill>
              </a:defRPr>
            </a:lvl1pPr>
            <a:lvl2pPr>
              <a:defRPr sz="1725" b="0">
                <a:solidFill>
                  <a:srgbClr val="152C3D"/>
                </a:solidFill>
              </a:defRPr>
            </a:lvl2pPr>
            <a:lvl3pPr>
              <a:defRPr sz="1725" b="0">
                <a:solidFill>
                  <a:srgbClr val="152C3D"/>
                </a:solidFill>
              </a:defRPr>
            </a:lvl3pPr>
            <a:lvl4pPr>
              <a:defRPr sz="1725" b="0">
                <a:solidFill>
                  <a:srgbClr val="152C3D"/>
                </a:solidFill>
              </a:defRPr>
            </a:lvl4pPr>
            <a:lvl5pPr>
              <a:defRPr sz="1725" b="0">
                <a:solidFill>
                  <a:srgbClr val="152C3D"/>
                </a:solidFill>
              </a:defRPr>
            </a:lvl5pPr>
            <a:lvl6pPr>
              <a:defRPr sz="1725" b="0">
                <a:solidFill>
                  <a:srgbClr val="152C3D"/>
                </a:solidFill>
              </a:defRPr>
            </a:lvl6pPr>
            <a:lvl7pPr>
              <a:defRPr sz="1725" b="0">
                <a:solidFill>
                  <a:srgbClr val="152C3D"/>
                </a:solidFill>
              </a:defRPr>
            </a:lvl7pPr>
            <a:lvl8pPr>
              <a:defRPr sz="1725" b="0">
                <a:solidFill>
                  <a:srgbClr val="152C3D"/>
                </a:solidFill>
              </a:defRPr>
            </a:lvl8pPr>
            <a:lvl9pPr>
              <a:defRPr sz="1725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52C3D"/>
                </a:solidFill>
              </a:defRPr>
            </a:pPr>
            <a:r>
              <a:rPr sz="1725" b="0">
                <a:solidFill>
                  <a:srgbClr val="152C3D"/>
                </a:solidFill>
              </a:rPr>
              <a:t>Решение относится к конкретной зафиксированной версии документа.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146E44-0323-4283-99EA-3F6D4C82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242887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187762"/>
                </a:solidFill>
              </a:defRPr>
            </a:defPPr>
            <a:lvl1pPr>
              <a:defRPr sz="1875" b="1">
                <a:solidFill>
                  <a:srgbClr val="187762"/>
                </a:solidFill>
              </a:defRPr>
            </a:lvl1pPr>
            <a:lvl2pPr>
              <a:defRPr sz="1875" b="1">
                <a:solidFill>
                  <a:srgbClr val="187762"/>
                </a:solidFill>
              </a:defRPr>
            </a:lvl2pPr>
            <a:lvl3pPr>
              <a:defRPr sz="1875" b="1">
                <a:solidFill>
                  <a:srgbClr val="187762"/>
                </a:solidFill>
              </a:defRPr>
            </a:lvl3pPr>
            <a:lvl4pPr>
              <a:defRPr sz="1875" b="1">
                <a:solidFill>
                  <a:srgbClr val="187762"/>
                </a:solidFill>
              </a:defRPr>
            </a:lvl4pPr>
            <a:lvl5pPr>
              <a:defRPr sz="1875" b="1">
                <a:solidFill>
                  <a:srgbClr val="187762"/>
                </a:solidFill>
              </a:defRPr>
            </a:lvl5pPr>
            <a:lvl6pPr>
              <a:defRPr sz="1875" b="1">
                <a:solidFill>
                  <a:srgbClr val="187762"/>
                </a:solidFill>
              </a:defRPr>
            </a:lvl6pPr>
            <a:lvl7pPr>
              <a:defRPr sz="1875" b="1">
                <a:solidFill>
                  <a:srgbClr val="187762"/>
                </a:solidFill>
              </a:defRPr>
            </a:lvl7pPr>
            <a:lvl8pPr>
              <a:defRPr sz="1875" b="1">
                <a:solidFill>
                  <a:srgbClr val="187762"/>
                </a:solidFill>
              </a:defRPr>
            </a:lvl8pPr>
            <a:lvl9pPr>
              <a:defRPr sz="1875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87762"/>
                </a:solidFill>
              </a:defRPr>
            </a:pPr>
            <a:r>
              <a:rPr sz="1875" b="1">
                <a:solidFill>
                  <a:srgbClr val="187762"/>
                </a:solidFill>
              </a:rPr>
              <a:t>Доступ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180C25-D4B3-4B4E-A5D9-BF28704E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362450"/>
            <a:ext cx="7905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152C3D"/>
                </a:solidFill>
              </a:defRPr>
            </a:defPPr>
            <a:lvl1pPr>
              <a:defRPr sz="1725" b="0">
                <a:solidFill>
                  <a:srgbClr val="152C3D"/>
                </a:solidFill>
              </a:defRPr>
            </a:lvl1pPr>
            <a:lvl2pPr>
              <a:defRPr sz="1725" b="0">
                <a:solidFill>
                  <a:srgbClr val="152C3D"/>
                </a:solidFill>
              </a:defRPr>
            </a:lvl2pPr>
            <a:lvl3pPr>
              <a:defRPr sz="1725" b="0">
                <a:solidFill>
                  <a:srgbClr val="152C3D"/>
                </a:solidFill>
              </a:defRPr>
            </a:lvl3pPr>
            <a:lvl4pPr>
              <a:defRPr sz="1725" b="0">
                <a:solidFill>
                  <a:srgbClr val="152C3D"/>
                </a:solidFill>
              </a:defRPr>
            </a:lvl4pPr>
            <a:lvl5pPr>
              <a:defRPr sz="1725" b="0">
                <a:solidFill>
                  <a:srgbClr val="152C3D"/>
                </a:solidFill>
              </a:defRPr>
            </a:lvl5pPr>
            <a:lvl6pPr>
              <a:defRPr sz="1725" b="0">
                <a:solidFill>
                  <a:srgbClr val="152C3D"/>
                </a:solidFill>
              </a:defRPr>
            </a:lvl6pPr>
            <a:lvl7pPr>
              <a:defRPr sz="1725" b="0">
                <a:solidFill>
                  <a:srgbClr val="152C3D"/>
                </a:solidFill>
              </a:defRPr>
            </a:lvl7pPr>
            <a:lvl8pPr>
              <a:defRPr sz="1725" b="0">
                <a:solidFill>
                  <a:srgbClr val="152C3D"/>
                </a:solidFill>
              </a:defRPr>
            </a:lvl8pPr>
            <a:lvl9pPr>
              <a:defRPr sz="1725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52C3D"/>
                </a:solidFill>
              </a:defRPr>
            </a:pPr>
            <a:r>
              <a:rPr sz="1725" b="0">
                <a:solidFill>
                  <a:srgbClr val="152C3D"/>
                </a:solidFill>
              </a:rPr>
              <a:t>Согласующий принимает решение только по назначенному ему документу.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F92D15-3169-4503-9226-D9747DF8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72150"/>
            <a:ext cx="10382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F6474"/>
                </a:solidFill>
              </a:defRPr>
            </a:defPPr>
            <a:lvl1pPr>
              <a:defRPr sz="1575" b="0">
                <a:solidFill>
                  <a:srgbClr val="4F6474"/>
                </a:solidFill>
              </a:defRPr>
            </a:lvl1pPr>
            <a:lvl2pPr>
              <a:defRPr sz="1575" b="0">
                <a:solidFill>
                  <a:srgbClr val="4F6474"/>
                </a:solidFill>
              </a:defRPr>
            </a:lvl2pPr>
            <a:lvl3pPr>
              <a:defRPr sz="1575" b="0">
                <a:solidFill>
                  <a:srgbClr val="4F6474"/>
                </a:solidFill>
              </a:defRPr>
            </a:lvl3pPr>
            <a:lvl4pPr>
              <a:defRPr sz="1575" b="0">
                <a:solidFill>
                  <a:srgbClr val="4F6474"/>
                </a:solidFill>
              </a:defRPr>
            </a:lvl4pPr>
            <a:lvl5pPr>
              <a:defRPr sz="1575" b="0">
                <a:solidFill>
                  <a:srgbClr val="4F6474"/>
                </a:solidFill>
              </a:defRPr>
            </a:lvl5pPr>
            <a:lvl6pPr>
              <a:defRPr sz="1575" b="0">
                <a:solidFill>
                  <a:srgbClr val="4F6474"/>
                </a:solidFill>
              </a:defRPr>
            </a:lvl6pPr>
            <a:lvl7pPr>
              <a:defRPr sz="1575" b="0">
                <a:solidFill>
                  <a:srgbClr val="4F6474"/>
                </a:solidFill>
              </a:defRPr>
            </a:lvl7pPr>
            <a:lvl8pPr>
              <a:defRPr sz="1575" b="0">
                <a:solidFill>
                  <a:srgbClr val="4F6474"/>
                </a:solidFill>
              </a:defRPr>
            </a:lvl8pPr>
            <a:lvl9pPr>
              <a:defRPr sz="1575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F6474"/>
                </a:solidFill>
              </a:defRPr>
            </a:pPr>
            <a:r>
              <a:rPr sz="1575" b="0">
                <a:solidFill>
                  <a:srgbClr val="4F6474"/>
                </a:solidFill>
              </a:rPr>
              <a:t>Серверные проверки безопасности, конкурентные решения и нагрузка ещё требуют реализации и испытаний.</a:t>
            </a:r>
          </a:p>
        </p:txBody>
      </p:sp>
    </p:spTree>
    <p:extLst>
      <p:ext uri="{BB962C8B-B14F-4D97-AF65-F5344CB8AC3E}">
        <p14:creationId xmlns:p14="http://schemas.microsoft.com/office/powerpoint/2010/main" val="10466386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18C6D2-F7A7-470C-A217-4F6D847C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52C3D"/>
                </a:solidFill>
              </a:defRPr>
            </a:defPPr>
            <a:lvl1pPr>
              <a:defRPr sz="3000" b="1">
                <a:solidFill>
                  <a:srgbClr val="152C3D"/>
                </a:solidFill>
              </a:defRPr>
            </a:lvl1pPr>
            <a:lvl2pPr>
              <a:defRPr sz="3000" b="1">
                <a:solidFill>
                  <a:srgbClr val="152C3D"/>
                </a:solidFill>
              </a:defRPr>
            </a:lvl2pPr>
            <a:lvl3pPr>
              <a:defRPr sz="3000" b="1">
                <a:solidFill>
                  <a:srgbClr val="152C3D"/>
                </a:solidFill>
              </a:defRPr>
            </a:lvl3pPr>
            <a:lvl4pPr>
              <a:defRPr sz="3000" b="1">
                <a:solidFill>
                  <a:srgbClr val="152C3D"/>
                </a:solidFill>
              </a:defRPr>
            </a:lvl4pPr>
            <a:lvl5pPr>
              <a:defRPr sz="3000" b="1">
                <a:solidFill>
                  <a:srgbClr val="152C3D"/>
                </a:solidFill>
              </a:defRPr>
            </a:lvl5pPr>
            <a:lvl6pPr>
              <a:defRPr sz="3000" b="1">
                <a:solidFill>
                  <a:srgbClr val="152C3D"/>
                </a:solidFill>
              </a:defRPr>
            </a:lvl6pPr>
            <a:lvl7pPr>
              <a:defRPr sz="3000" b="1">
                <a:solidFill>
                  <a:srgbClr val="152C3D"/>
                </a:solidFill>
              </a:defRPr>
            </a:lvl7pPr>
            <a:lvl8pPr>
              <a:defRPr sz="3000" b="1">
                <a:solidFill>
                  <a:srgbClr val="152C3D"/>
                </a:solidFill>
              </a:defRPr>
            </a:lvl8pPr>
            <a:lvl9pPr>
              <a:defRPr sz="3000" b="1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52C3D"/>
                </a:solidFill>
              </a:defRPr>
            </a:pPr>
            <a:r>
              <a:rPr sz="3000" b="1">
                <a:solidFill>
                  <a:srgbClr val="152C3D"/>
                </a:solidFill>
              </a:rPr>
              <a:t>Архитектура: состав системы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ABA607-9CC7-43B2-BF69-7B2AD7B7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4F6474"/>
                </a:solidFill>
              </a:defRPr>
            </a:defPPr>
            <a:lvl1pPr>
              <a:defRPr sz="1125" b="0">
                <a:solidFill>
                  <a:srgbClr val="4F6474"/>
                </a:solidFill>
              </a:defRPr>
            </a:lvl1pPr>
            <a:lvl2pPr>
              <a:defRPr sz="1125" b="0">
                <a:solidFill>
                  <a:srgbClr val="4F6474"/>
                </a:solidFill>
              </a:defRPr>
            </a:lvl2pPr>
            <a:lvl3pPr>
              <a:defRPr sz="1125" b="0">
                <a:solidFill>
                  <a:srgbClr val="4F6474"/>
                </a:solidFill>
              </a:defRPr>
            </a:lvl3pPr>
            <a:lvl4pPr>
              <a:defRPr sz="1125" b="0">
                <a:solidFill>
                  <a:srgbClr val="4F6474"/>
                </a:solidFill>
              </a:defRPr>
            </a:lvl4pPr>
            <a:lvl5pPr>
              <a:defRPr sz="1125" b="0">
                <a:solidFill>
                  <a:srgbClr val="4F6474"/>
                </a:solidFill>
              </a:defRPr>
            </a:lvl5pPr>
            <a:lvl6pPr>
              <a:defRPr sz="1125" b="0">
                <a:solidFill>
                  <a:srgbClr val="4F6474"/>
                </a:solidFill>
              </a:defRPr>
            </a:lvl6pPr>
            <a:lvl7pPr>
              <a:defRPr sz="1125" b="0">
                <a:solidFill>
                  <a:srgbClr val="4F6474"/>
                </a:solidFill>
              </a:defRPr>
            </a:lvl7pPr>
            <a:lvl8pPr>
              <a:defRPr sz="1125" b="0">
                <a:solidFill>
                  <a:srgbClr val="4F6474"/>
                </a:solidFill>
              </a:defRPr>
            </a:lvl8pPr>
            <a:lvl9pPr>
              <a:defRPr sz="1125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4F6474"/>
                </a:solidFill>
              </a:defRPr>
            </a:pPr>
            <a:r>
              <a:rPr sz="1125" b="0">
                <a:solidFill>
                  <a:srgbClr val="4F6474"/>
                </a:solidFill>
              </a:rPr>
              <a:t>08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EB9F52-59FD-4CE5-90CA-AD394E4B00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3edcf893e4741"/>
          <a:stretch xmlns:a="http://schemas.openxmlformats.org/drawingml/2006/main"/>
        </p:blipFill>
        <p:spPr>
          <a:xfrm xmlns:a="http://schemas.openxmlformats.org/drawingml/2006/main">
            <a:off x="819150" y="1385888"/>
            <a:ext cx="7286625" cy="43719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448F73-9CB0-4B96-AACE-3FB5486E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1790700"/>
            <a:ext cx="28575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52C3D"/>
                </a:solidFill>
              </a:defRPr>
            </a:defPPr>
            <a:lvl1pPr>
              <a:defRPr sz="1800" b="0">
                <a:solidFill>
                  <a:srgbClr val="152C3D"/>
                </a:solidFill>
              </a:defRPr>
            </a:lvl1pPr>
            <a:lvl2pPr>
              <a:defRPr sz="1800" b="0">
                <a:solidFill>
                  <a:srgbClr val="152C3D"/>
                </a:solidFill>
              </a:defRPr>
            </a:lvl2pPr>
            <a:lvl3pPr>
              <a:defRPr sz="1800" b="0">
                <a:solidFill>
                  <a:srgbClr val="152C3D"/>
                </a:solidFill>
              </a:defRPr>
            </a:lvl3pPr>
            <a:lvl4pPr>
              <a:defRPr sz="1800" b="0">
                <a:solidFill>
                  <a:srgbClr val="152C3D"/>
                </a:solidFill>
              </a:defRPr>
            </a:lvl4pPr>
            <a:lvl5pPr>
              <a:defRPr sz="1800" b="0">
                <a:solidFill>
                  <a:srgbClr val="152C3D"/>
                </a:solidFill>
              </a:defRPr>
            </a:lvl5pPr>
            <a:lvl6pPr>
              <a:defRPr sz="1800" b="0">
                <a:solidFill>
                  <a:srgbClr val="152C3D"/>
                </a:solidFill>
              </a:defRPr>
            </a:lvl6pPr>
            <a:lvl7pPr>
              <a:defRPr sz="1800" b="0">
                <a:solidFill>
                  <a:srgbClr val="152C3D"/>
                </a:solidFill>
              </a:defRPr>
            </a:lvl7pPr>
            <a:lvl8pPr>
              <a:defRPr sz="1800" b="0">
                <a:solidFill>
                  <a:srgbClr val="152C3D"/>
                </a:solidFill>
              </a:defRPr>
            </a:lvl8pPr>
            <a:lvl9pPr>
              <a:defRPr sz="1800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C3D"/>
                </a:solidFill>
              </a:defRPr>
            </a:pPr>
            <a:r>
              <a:rPr sz="1800" b="0">
                <a:solidFill>
                  <a:srgbClr val="152C3D"/>
                </a:solidFill>
              </a:rPr>
              <a:t>Предлагается модульное приложение: документы, роли и права, процесс согласования, журнал действий.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D78269-615D-44B1-A689-E43CA729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619625"/>
            <a:ext cx="277177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4F6474"/>
                </a:solidFill>
              </a:defRPr>
            </a:defPPr>
            <a:lvl1pPr>
              <a:defRPr sz="1500" b="0">
                <a:solidFill>
                  <a:srgbClr val="4F6474"/>
                </a:solidFill>
              </a:defRPr>
            </a:lvl1pPr>
            <a:lvl2pPr>
              <a:defRPr sz="1500" b="0">
                <a:solidFill>
                  <a:srgbClr val="4F6474"/>
                </a:solidFill>
              </a:defRPr>
            </a:lvl2pPr>
            <a:lvl3pPr>
              <a:defRPr sz="1500" b="0">
                <a:solidFill>
                  <a:srgbClr val="4F6474"/>
                </a:solidFill>
              </a:defRPr>
            </a:lvl3pPr>
            <a:lvl4pPr>
              <a:defRPr sz="1500" b="0">
                <a:solidFill>
                  <a:srgbClr val="4F6474"/>
                </a:solidFill>
              </a:defRPr>
            </a:lvl4pPr>
            <a:lvl5pPr>
              <a:defRPr sz="1500" b="0">
                <a:solidFill>
                  <a:srgbClr val="4F6474"/>
                </a:solidFill>
              </a:defRPr>
            </a:lvl5pPr>
            <a:lvl6pPr>
              <a:defRPr sz="1500" b="0">
                <a:solidFill>
                  <a:srgbClr val="4F6474"/>
                </a:solidFill>
              </a:defRPr>
            </a:lvl6pPr>
            <a:lvl7pPr>
              <a:defRPr sz="1500" b="0">
                <a:solidFill>
                  <a:srgbClr val="4F6474"/>
                </a:solidFill>
              </a:defRPr>
            </a:lvl7pPr>
            <a:lvl8pPr>
              <a:defRPr sz="1500" b="0">
                <a:solidFill>
                  <a:srgbClr val="4F6474"/>
                </a:solidFill>
              </a:defRPr>
            </a:lvl8pPr>
            <a:lvl9pPr>
              <a:defRPr sz="1500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4F6474"/>
                </a:solidFill>
              </a:defRPr>
            </a:pPr>
            <a:r>
              <a:rPr sz="1500" b="0">
                <a:solidFill>
                  <a:srgbClr val="4F6474"/>
                </a:solidFill>
              </a:rPr>
              <a:t>Схема описывает будущую серверную систему.</a:t>
            </a:r>
          </a:p>
        </p:txBody>
      </p:sp>
    </p:spTree>
    <p:extLst>
      <p:ext uri="{BB962C8B-B14F-4D97-AF65-F5344CB8AC3E}">
        <p14:creationId xmlns:p14="http://schemas.microsoft.com/office/powerpoint/2010/main" val="9687747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891791-F5C5-43A9-A777-ADA86F89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52C3D"/>
                </a:solidFill>
              </a:defRPr>
            </a:defPPr>
            <a:lvl1pPr>
              <a:defRPr sz="3000" b="1">
                <a:solidFill>
                  <a:srgbClr val="152C3D"/>
                </a:solidFill>
              </a:defRPr>
            </a:lvl1pPr>
            <a:lvl2pPr>
              <a:defRPr sz="3000" b="1">
                <a:solidFill>
                  <a:srgbClr val="152C3D"/>
                </a:solidFill>
              </a:defRPr>
            </a:lvl2pPr>
            <a:lvl3pPr>
              <a:defRPr sz="3000" b="1">
                <a:solidFill>
                  <a:srgbClr val="152C3D"/>
                </a:solidFill>
              </a:defRPr>
            </a:lvl3pPr>
            <a:lvl4pPr>
              <a:defRPr sz="3000" b="1">
                <a:solidFill>
                  <a:srgbClr val="152C3D"/>
                </a:solidFill>
              </a:defRPr>
            </a:lvl4pPr>
            <a:lvl5pPr>
              <a:defRPr sz="3000" b="1">
                <a:solidFill>
                  <a:srgbClr val="152C3D"/>
                </a:solidFill>
              </a:defRPr>
            </a:lvl5pPr>
            <a:lvl6pPr>
              <a:defRPr sz="3000" b="1">
                <a:solidFill>
                  <a:srgbClr val="152C3D"/>
                </a:solidFill>
              </a:defRPr>
            </a:lvl6pPr>
            <a:lvl7pPr>
              <a:defRPr sz="3000" b="1">
                <a:solidFill>
                  <a:srgbClr val="152C3D"/>
                </a:solidFill>
              </a:defRPr>
            </a:lvl7pPr>
            <a:lvl8pPr>
              <a:defRPr sz="3000" b="1">
                <a:solidFill>
                  <a:srgbClr val="152C3D"/>
                </a:solidFill>
              </a:defRPr>
            </a:lvl8pPr>
            <a:lvl9pPr>
              <a:defRPr sz="3000" b="1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52C3D"/>
                </a:solidFill>
              </a:defRPr>
            </a:pPr>
            <a:r>
              <a:rPr sz="3000" b="1">
                <a:solidFill>
                  <a:srgbClr val="152C3D"/>
                </a:solidFill>
              </a:rPr>
              <a:t>Жизненный цикл документа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BE2CEA-5FC4-4147-ABE7-123966FB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4F6474"/>
                </a:solidFill>
              </a:defRPr>
            </a:defPPr>
            <a:lvl1pPr>
              <a:defRPr sz="1125" b="0">
                <a:solidFill>
                  <a:srgbClr val="4F6474"/>
                </a:solidFill>
              </a:defRPr>
            </a:lvl1pPr>
            <a:lvl2pPr>
              <a:defRPr sz="1125" b="0">
                <a:solidFill>
                  <a:srgbClr val="4F6474"/>
                </a:solidFill>
              </a:defRPr>
            </a:lvl2pPr>
            <a:lvl3pPr>
              <a:defRPr sz="1125" b="0">
                <a:solidFill>
                  <a:srgbClr val="4F6474"/>
                </a:solidFill>
              </a:defRPr>
            </a:lvl3pPr>
            <a:lvl4pPr>
              <a:defRPr sz="1125" b="0">
                <a:solidFill>
                  <a:srgbClr val="4F6474"/>
                </a:solidFill>
              </a:defRPr>
            </a:lvl4pPr>
            <a:lvl5pPr>
              <a:defRPr sz="1125" b="0">
                <a:solidFill>
                  <a:srgbClr val="4F6474"/>
                </a:solidFill>
              </a:defRPr>
            </a:lvl5pPr>
            <a:lvl6pPr>
              <a:defRPr sz="1125" b="0">
                <a:solidFill>
                  <a:srgbClr val="4F6474"/>
                </a:solidFill>
              </a:defRPr>
            </a:lvl6pPr>
            <a:lvl7pPr>
              <a:defRPr sz="1125" b="0">
                <a:solidFill>
                  <a:srgbClr val="4F6474"/>
                </a:solidFill>
              </a:defRPr>
            </a:lvl7pPr>
            <a:lvl8pPr>
              <a:defRPr sz="1125" b="0">
                <a:solidFill>
                  <a:srgbClr val="4F6474"/>
                </a:solidFill>
              </a:defRPr>
            </a:lvl8pPr>
            <a:lvl9pPr>
              <a:defRPr sz="1125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4F6474"/>
                </a:solidFill>
              </a:defRPr>
            </a:pPr>
            <a:r>
              <a:rPr sz="1125" b="0">
                <a:solidFill>
                  <a:srgbClr val="4F6474"/>
                </a:solidFill>
              </a:rPr>
              <a:t>09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4739A-9E22-4A22-A80A-82619055386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3581e1fd1f49a6"/>
          <a:stretch xmlns:a="http://schemas.openxmlformats.org/drawingml/2006/main"/>
        </p:blipFill>
        <p:spPr>
          <a:xfrm xmlns:a="http://schemas.openxmlformats.org/drawingml/2006/main">
            <a:off x="695325" y="1394460"/>
            <a:ext cx="7924800" cy="475488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702B28-4F5E-4B5B-AE02-54AC644A9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066925"/>
            <a:ext cx="2686050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152C3D"/>
                </a:solidFill>
              </a:defRPr>
            </a:defPPr>
            <a:lvl1pPr>
              <a:defRPr sz="1875" b="1">
                <a:solidFill>
                  <a:srgbClr val="152C3D"/>
                </a:solidFill>
              </a:defRPr>
            </a:lvl1pPr>
            <a:lvl2pPr>
              <a:defRPr sz="1875" b="1">
                <a:solidFill>
                  <a:srgbClr val="152C3D"/>
                </a:solidFill>
              </a:defRPr>
            </a:lvl2pPr>
            <a:lvl3pPr>
              <a:defRPr sz="1875" b="1">
                <a:solidFill>
                  <a:srgbClr val="152C3D"/>
                </a:solidFill>
              </a:defRPr>
            </a:lvl3pPr>
            <a:lvl4pPr>
              <a:defRPr sz="1875" b="1">
                <a:solidFill>
                  <a:srgbClr val="152C3D"/>
                </a:solidFill>
              </a:defRPr>
            </a:lvl4pPr>
            <a:lvl5pPr>
              <a:defRPr sz="1875" b="1">
                <a:solidFill>
                  <a:srgbClr val="152C3D"/>
                </a:solidFill>
              </a:defRPr>
            </a:lvl5pPr>
            <a:lvl6pPr>
              <a:defRPr sz="1875" b="1">
                <a:solidFill>
                  <a:srgbClr val="152C3D"/>
                </a:solidFill>
              </a:defRPr>
            </a:lvl6pPr>
            <a:lvl7pPr>
              <a:defRPr sz="1875" b="1">
                <a:solidFill>
                  <a:srgbClr val="152C3D"/>
                </a:solidFill>
              </a:defRPr>
            </a:lvl7pPr>
            <a:lvl8pPr>
              <a:defRPr sz="1875" b="1">
                <a:solidFill>
                  <a:srgbClr val="152C3D"/>
                </a:solidFill>
              </a:defRPr>
            </a:lvl8pPr>
            <a:lvl9pPr>
              <a:defRPr sz="1875" b="1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152C3D"/>
                </a:solidFill>
              </a:defRPr>
            </a:pPr>
            <a:r>
              <a:rPr sz="1875" b="1">
                <a:solidFill>
                  <a:srgbClr val="152C3D"/>
                </a:solidFill>
              </a:rPr>
              <a:t>Текущий прототип: один согласующий на цикл.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70D797-9BF2-47BF-BB77-D5FF01A3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143375"/>
            <a:ext cx="266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4F6474"/>
                </a:solidFill>
              </a:defRPr>
            </a:defPPr>
            <a:lvl1pPr>
              <a:defRPr sz="1650" b="0">
                <a:solidFill>
                  <a:srgbClr val="4F6474"/>
                </a:solidFill>
              </a:defRPr>
            </a:lvl1pPr>
            <a:lvl2pPr>
              <a:defRPr sz="1650" b="0">
                <a:solidFill>
                  <a:srgbClr val="4F6474"/>
                </a:solidFill>
              </a:defRPr>
            </a:lvl2pPr>
            <a:lvl3pPr>
              <a:defRPr sz="1650" b="0">
                <a:solidFill>
                  <a:srgbClr val="4F6474"/>
                </a:solidFill>
              </a:defRPr>
            </a:lvl3pPr>
            <a:lvl4pPr>
              <a:defRPr sz="1650" b="0">
                <a:solidFill>
                  <a:srgbClr val="4F6474"/>
                </a:solidFill>
              </a:defRPr>
            </a:lvl4pPr>
            <a:lvl5pPr>
              <a:defRPr sz="1650" b="0">
                <a:solidFill>
                  <a:srgbClr val="4F6474"/>
                </a:solidFill>
              </a:defRPr>
            </a:lvl5pPr>
            <a:lvl6pPr>
              <a:defRPr sz="1650" b="0">
                <a:solidFill>
                  <a:srgbClr val="4F6474"/>
                </a:solidFill>
              </a:defRPr>
            </a:lvl6pPr>
            <a:lvl7pPr>
              <a:defRPr sz="1650" b="0">
                <a:solidFill>
                  <a:srgbClr val="4F6474"/>
                </a:solidFill>
              </a:defRPr>
            </a:lvl7pPr>
            <a:lvl8pPr>
              <a:defRPr sz="1650" b="0">
                <a:solidFill>
                  <a:srgbClr val="4F6474"/>
                </a:solidFill>
              </a:defRPr>
            </a:lvl8pPr>
            <a:lvl9pPr>
              <a:defRPr sz="1650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4F6474"/>
                </a:solidFill>
              </a:defRPr>
            </a:pPr>
            <a:r>
              <a:rPr sz="1650" b="0">
                <a:solidFill>
                  <a:srgbClr val="4F6474"/>
                </a:solidFill>
              </a:rPr>
              <a:t>Последовательные этапы из интервью описаны как кандидат для следующего шага.</a:t>
            </a:r>
          </a:p>
        </p:txBody>
      </p:sp>
    </p:spTree>
    <p:extLst>
      <p:ext uri="{BB962C8B-B14F-4D97-AF65-F5344CB8AC3E}">
        <p14:creationId xmlns:p14="http://schemas.microsoft.com/office/powerpoint/2010/main" val="9897450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2CA4C9-2C1A-4588-9C3C-6E9501C7E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52C3D"/>
                </a:solidFill>
              </a:defRPr>
            </a:defPPr>
            <a:lvl1pPr>
              <a:defRPr sz="3000" b="1">
                <a:solidFill>
                  <a:srgbClr val="152C3D"/>
                </a:solidFill>
              </a:defRPr>
            </a:lvl1pPr>
            <a:lvl2pPr>
              <a:defRPr sz="3000" b="1">
                <a:solidFill>
                  <a:srgbClr val="152C3D"/>
                </a:solidFill>
              </a:defRPr>
            </a:lvl2pPr>
            <a:lvl3pPr>
              <a:defRPr sz="3000" b="1">
                <a:solidFill>
                  <a:srgbClr val="152C3D"/>
                </a:solidFill>
              </a:defRPr>
            </a:lvl3pPr>
            <a:lvl4pPr>
              <a:defRPr sz="3000" b="1">
                <a:solidFill>
                  <a:srgbClr val="152C3D"/>
                </a:solidFill>
              </a:defRPr>
            </a:lvl4pPr>
            <a:lvl5pPr>
              <a:defRPr sz="3000" b="1">
                <a:solidFill>
                  <a:srgbClr val="152C3D"/>
                </a:solidFill>
              </a:defRPr>
            </a:lvl5pPr>
            <a:lvl6pPr>
              <a:defRPr sz="3000" b="1">
                <a:solidFill>
                  <a:srgbClr val="152C3D"/>
                </a:solidFill>
              </a:defRPr>
            </a:lvl6pPr>
            <a:lvl7pPr>
              <a:defRPr sz="3000" b="1">
                <a:solidFill>
                  <a:srgbClr val="152C3D"/>
                </a:solidFill>
              </a:defRPr>
            </a:lvl7pPr>
            <a:lvl8pPr>
              <a:defRPr sz="3000" b="1">
                <a:solidFill>
                  <a:srgbClr val="152C3D"/>
                </a:solidFill>
              </a:defRPr>
            </a:lvl8pPr>
            <a:lvl9pPr>
              <a:defRPr sz="3000" b="1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52C3D"/>
                </a:solidFill>
              </a:defRPr>
            </a:pPr>
            <a:r>
              <a:rPr sz="3000" b="1">
                <a:solidFill>
                  <a:srgbClr val="152C3D"/>
                </a:solidFill>
              </a:rPr>
              <a:t>Работающий браузерный прототип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96AE3F-1AFB-47F6-9F56-81140778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4F6474"/>
                </a:solidFill>
              </a:defRPr>
            </a:defPPr>
            <a:lvl1pPr>
              <a:defRPr sz="1125" b="0">
                <a:solidFill>
                  <a:srgbClr val="4F6474"/>
                </a:solidFill>
              </a:defRPr>
            </a:lvl1pPr>
            <a:lvl2pPr>
              <a:defRPr sz="1125" b="0">
                <a:solidFill>
                  <a:srgbClr val="4F6474"/>
                </a:solidFill>
              </a:defRPr>
            </a:lvl2pPr>
            <a:lvl3pPr>
              <a:defRPr sz="1125" b="0">
                <a:solidFill>
                  <a:srgbClr val="4F6474"/>
                </a:solidFill>
              </a:defRPr>
            </a:lvl3pPr>
            <a:lvl4pPr>
              <a:defRPr sz="1125" b="0">
                <a:solidFill>
                  <a:srgbClr val="4F6474"/>
                </a:solidFill>
              </a:defRPr>
            </a:lvl4pPr>
            <a:lvl5pPr>
              <a:defRPr sz="1125" b="0">
                <a:solidFill>
                  <a:srgbClr val="4F6474"/>
                </a:solidFill>
              </a:defRPr>
            </a:lvl5pPr>
            <a:lvl6pPr>
              <a:defRPr sz="1125" b="0">
                <a:solidFill>
                  <a:srgbClr val="4F6474"/>
                </a:solidFill>
              </a:defRPr>
            </a:lvl6pPr>
            <a:lvl7pPr>
              <a:defRPr sz="1125" b="0">
                <a:solidFill>
                  <a:srgbClr val="4F6474"/>
                </a:solidFill>
              </a:defRPr>
            </a:lvl7pPr>
            <a:lvl8pPr>
              <a:defRPr sz="1125" b="0">
                <a:solidFill>
                  <a:srgbClr val="4F6474"/>
                </a:solidFill>
              </a:defRPr>
            </a:lvl8pPr>
            <a:lvl9pPr>
              <a:defRPr sz="1125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4F6474"/>
                </a:solidFill>
              </a:defRPr>
            </a:pPr>
            <a:r>
              <a:rPr sz="1125" b="0">
                <a:solidFill>
                  <a:srgbClr val="4F6474"/>
                </a:solidFill>
              </a:rPr>
              <a:t>10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DF2517-DC8C-4BE4-BA78-EFD27A96C1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f2c478fc194c43"/>
          <a:stretch xmlns:a="http://schemas.openxmlformats.org/drawingml/2006/main"/>
        </p:blipFill>
        <p:spPr>
          <a:xfrm xmlns:a="http://schemas.openxmlformats.org/drawingml/2006/main">
            <a:off x="685800" y="1406512"/>
            <a:ext cx="7458075" cy="445455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3072FC-23C2-471C-BCEE-E6529C14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628775"/>
            <a:ext cx="29622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187762"/>
                </a:solidFill>
              </a:defRPr>
            </a:defPPr>
            <a:lvl1pPr>
              <a:defRPr sz="1950" b="1">
                <a:solidFill>
                  <a:srgbClr val="187762"/>
                </a:solidFill>
              </a:defRPr>
            </a:lvl1pPr>
            <a:lvl2pPr>
              <a:defRPr sz="1950" b="1">
                <a:solidFill>
                  <a:srgbClr val="187762"/>
                </a:solidFill>
              </a:defRPr>
            </a:lvl2pPr>
            <a:lvl3pPr>
              <a:defRPr sz="1950" b="1">
                <a:solidFill>
                  <a:srgbClr val="187762"/>
                </a:solidFill>
              </a:defRPr>
            </a:lvl3pPr>
            <a:lvl4pPr>
              <a:defRPr sz="1950" b="1">
                <a:solidFill>
                  <a:srgbClr val="187762"/>
                </a:solidFill>
              </a:defRPr>
            </a:lvl4pPr>
            <a:lvl5pPr>
              <a:defRPr sz="1950" b="1">
                <a:solidFill>
                  <a:srgbClr val="187762"/>
                </a:solidFill>
              </a:defRPr>
            </a:lvl5pPr>
            <a:lvl6pPr>
              <a:defRPr sz="1950" b="1">
                <a:solidFill>
                  <a:srgbClr val="187762"/>
                </a:solidFill>
              </a:defRPr>
            </a:lvl6pPr>
            <a:lvl7pPr>
              <a:defRPr sz="1950" b="1">
                <a:solidFill>
                  <a:srgbClr val="187762"/>
                </a:solidFill>
              </a:defRPr>
            </a:lvl7pPr>
            <a:lvl8pPr>
              <a:defRPr sz="1950" b="1">
                <a:solidFill>
                  <a:srgbClr val="187762"/>
                </a:solidFill>
              </a:defRPr>
            </a:lvl8pPr>
            <a:lvl9pPr>
              <a:defRPr sz="1950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87762"/>
                </a:solidFill>
              </a:defRPr>
            </a:pPr>
            <a:r>
              <a:rPr sz="1950" b="1">
                <a:solidFill>
                  <a:srgbClr val="187762"/>
                </a:solidFill>
              </a:rPr>
              <a:t>Можно показать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B9EC15-8C07-4EA6-A773-3D984731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333625"/>
            <a:ext cx="299085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52C3D"/>
                </a:solidFill>
              </a:defRPr>
            </a:defPPr>
            <a:lvl1pPr>
              <a:defRPr sz="1800" b="0">
                <a:solidFill>
                  <a:srgbClr val="152C3D"/>
                </a:solidFill>
              </a:defRPr>
            </a:lvl1pPr>
            <a:lvl2pPr>
              <a:defRPr sz="1800" b="0">
                <a:solidFill>
                  <a:srgbClr val="152C3D"/>
                </a:solidFill>
              </a:defRPr>
            </a:lvl2pPr>
            <a:lvl3pPr>
              <a:defRPr sz="1800" b="0">
                <a:solidFill>
                  <a:srgbClr val="152C3D"/>
                </a:solidFill>
              </a:defRPr>
            </a:lvl3pPr>
            <a:lvl4pPr>
              <a:defRPr sz="1800" b="0">
                <a:solidFill>
                  <a:srgbClr val="152C3D"/>
                </a:solidFill>
              </a:defRPr>
            </a:lvl4pPr>
            <a:lvl5pPr>
              <a:defRPr sz="1800" b="0">
                <a:solidFill>
                  <a:srgbClr val="152C3D"/>
                </a:solidFill>
              </a:defRPr>
            </a:lvl5pPr>
            <a:lvl6pPr>
              <a:defRPr sz="1800" b="0">
                <a:solidFill>
                  <a:srgbClr val="152C3D"/>
                </a:solidFill>
              </a:defRPr>
            </a:lvl6pPr>
            <a:lvl7pPr>
              <a:defRPr sz="1800" b="0">
                <a:solidFill>
                  <a:srgbClr val="152C3D"/>
                </a:solidFill>
              </a:defRPr>
            </a:lvl7pPr>
            <a:lvl8pPr>
              <a:defRPr sz="1800" b="0">
                <a:solidFill>
                  <a:srgbClr val="152C3D"/>
                </a:solidFill>
              </a:defRPr>
            </a:lvl8pPr>
            <a:lvl9pPr>
              <a:defRPr sz="1800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52C3D"/>
                </a:solidFill>
              </a:defRPr>
            </a:pPr>
            <a:r>
              <a:rPr sz="1800" b="0">
                <a:solidFill>
                  <a:srgbClr val="152C3D"/>
                </a:solidFill>
              </a:rPr>
              <a:t>Создание, версии, назначение, возврат с причиной, повторную отправку, поиск и архив.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D7DE31-9C68-4568-90A7-2B7F5D4E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95825"/>
            <a:ext cx="3009900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4F6474"/>
                </a:solidFill>
              </a:defRPr>
            </a:defPPr>
            <a:lvl1pPr>
              <a:defRPr sz="1575" b="0">
                <a:solidFill>
                  <a:srgbClr val="4F6474"/>
                </a:solidFill>
              </a:defRPr>
            </a:lvl1pPr>
            <a:lvl2pPr>
              <a:defRPr sz="1575" b="0">
                <a:solidFill>
                  <a:srgbClr val="4F6474"/>
                </a:solidFill>
              </a:defRPr>
            </a:lvl2pPr>
            <a:lvl3pPr>
              <a:defRPr sz="1575" b="0">
                <a:solidFill>
                  <a:srgbClr val="4F6474"/>
                </a:solidFill>
              </a:defRPr>
            </a:lvl3pPr>
            <a:lvl4pPr>
              <a:defRPr sz="1575" b="0">
                <a:solidFill>
                  <a:srgbClr val="4F6474"/>
                </a:solidFill>
              </a:defRPr>
            </a:lvl4pPr>
            <a:lvl5pPr>
              <a:defRPr sz="1575" b="0">
                <a:solidFill>
                  <a:srgbClr val="4F6474"/>
                </a:solidFill>
              </a:defRPr>
            </a:lvl5pPr>
            <a:lvl6pPr>
              <a:defRPr sz="1575" b="0">
                <a:solidFill>
                  <a:srgbClr val="4F6474"/>
                </a:solidFill>
              </a:defRPr>
            </a:lvl6pPr>
            <a:lvl7pPr>
              <a:defRPr sz="1575" b="0">
                <a:solidFill>
                  <a:srgbClr val="4F6474"/>
                </a:solidFill>
              </a:defRPr>
            </a:lvl7pPr>
            <a:lvl8pPr>
              <a:defRPr sz="1575" b="0">
                <a:solidFill>
                  <a:srgbClr val="4F6474"/>
                </a:solidFill>
              </a:defRPr>
            </a:lvl8pPr>
            <a:lvl9pPr>
              <a:defRPr sz="1575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4F6474"/>
                </a:solidFill>
              </a:defRPr>
            </a:pPr>
            <a:r>
              <a:rPr sz="1575" b="0">
                <a:solidFill>
                  <a:srgbClr val="4F6474"/>
                </a:solidFill>
              </a:rPr>
              <a:t>Данные синтетические. Роли и хранение имитируются в одном браузере.</a:t>
            </a:r>
          </a:p>
        </p:txBody>
      </p:sp>
    </p:spTree>
    <p:extLst>
      <p:ext uri="{BB962C8B-B14F-4D97-AF65-F5344CB8AC3E}">
        <p14:creationId xmlns:p14="http://schemas.microsoft.com/office/powerpoint/2010/main" val="29290858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E880C8-C790-4903-8D37-F31538BF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108108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152C3D"/>
                </a:solidFill>
              </a:defRPr>
            </a:defPPr>
            <a:lvl1pPr>
              <a:defRPr sz="3000" b="1">
                <a:solidFill>
                  <a:srgbClr val="152C3D"/>
                </a:solidFill>
              </a:defRPr>
            </a:lvl1pPr>
            <a:lvl2pPr>
              <a:defRPr sz="3000" b="1">
                <a:solidFill>
                  <a:srgbClr val="152C3D"/>
                </a:solidFill>
              </a:defRPr>
            </a:lvl2pPr>
            <a:lvl3pPr>
              <a:defRPr sz="3000" b="1">
                <a:solidFill>
                  <a:srgbClr val="152C3D"/>
                </a:solidFill>
              </a:defRPr>
            </a:lvl3pPr>
            <a:lvl4pPr>
              <a:defRPr sz="3000" b="1">
                <a:solidFill>
                  <a:srgbClr val="152C3D"/>
                </a:solidFill>
              </a:defRPr>
            </a:lvl4pPr>
            <a:lvl5pPr>
              <a:defRPr sz="3000" b="1">
                <a:solidFill>
                  <a:srgbClr val="152C3D"/>
                </a:solidFill>
              </a:defRPr>
            </a:lvl5pPr>
            <a:lvl6pPr>
              <a:defRPr sz="3000" b="1">
                <a:solidFill>
                  <a:srgbClr val="152C3D"/>
                </a:solidFill>
              </a:defRPr>
            </a:lvl6pPr>
            <a:lvl7pPr>
              <a:defRPr sz="3000" b="1">
                <a:solidFill>
                  <a:srgbClr val="152C3D"/>
                </a:solidFill>
              </a:defRPr>
            </a:lvl7pPr>
            <a:lvl8pPr>
              <a:defRPr sz="3000" b="1">
                <a:solidFill>
                  <a:srgbClr val="152C3D"/>
                </a:solidFill>
              </a:defRPr>
            </a:lvl8pPr>
            <a:lvl9pPr>
              <a:defRPr sz="3000" b="1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3000" b="1">
                <a:solidFill>
                  <a:srgbClr val="152C3D"/>
                </a:solidFill>
              </a:defRPr>
            </a:pPr>
            <a:r>
              <a:rPr sz="3000" b="1">
                <a:solidFill>
                  <a:srgbClr val="152C3D"/>
                </a:solidFill>
              </a:rPr>
              <a:t>Как проверяем результат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6205C7-2DCB-4136-825B-531E12232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4F6474"/>
                </a:solidFill>
              </a:defRPr>
            </a:defPPr>
            <a:lvl1pPr>
              <a:defRPr sz="1125" b="0">
                <a:solidFill>
                  <a:srgbClr val="4F6474"/>
                </a:solidFill>
              </a:defRPr>
            </a:lvl1pPr>
            <a:lvl2pPr>
              <a:defRPr sz="1125" b="0">
                <a:solidFill>
                  <a:srgbClr val="4F6474"/>
                </a:solidFill>
              </a:defRPr>
            </a:lvl2pPr>
            <a:lvl3pPr>
              <a:defRPr sz="1125" b="0">
                <a:solidFill>
                  <a:srgbClr val="4F6474"/>
                </a:solidFill>
              </a:defRPr>
            </a:lvl3pPr>
            <a:lvl4pPr>
              <a:defRPr sz="1125" b="0">
                <a:solidFill>
                  <a:srgbClr val="4F6474"/>
                </a:solidFill>
              </a:defRPr>
            </a:lvl4pPr>
            <a:lvl5pPr>
              <a:defRPr sz="1125" b="0">
                <a:solidFill>
                  <a:srgbClr val="4F6474"/>
                </a:solidFill>
              </a:defRPr>
            </a:lvl5pPr>
            <a:lvl6pPr>
              <a:defRPr sz="1125" b="0">
                <a:solidFill>
                  <a:srgbClr val="4F6474"/>
                </a:solidFill>
              </a:defRPr>
            </a:lvl6pPr>
            <a:lvl7pPr>
              <a:defRPr sz="1125" b="0">
                <a:solidFill>
                  <a:srgbClr val="4F6474"/>
                </a:solidFill>
              </a:defRPr>
            </a:lvl7pPr>
            <a:lvl8pPr>
              <a:defRPr sz="1125" b="0">
                <a:solidFill>
                  <a:srgbClr val="4F6474"/>
                </a:solidFill>
              </a:defRPr>
            </a:lvl8pPr>
            <a:lvl9pPr>
              <a:defRPr sz="1125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4F6474"/>
                </a:solidFill>
              </a:defRPr>
            </a:pPr>
            <a:r>
              <a:rPr sz="1125" b="0">
                <a:solidFill>
                  <a:srgbClr val="4F6474"/>
                </a:solidFill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C8AFD2-C9EE-4E69-B352-1F5D84C3B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695450"/>
            <a:ext cx="21431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187762"/>
                </a:solidFill>
              </a:defRPr>
            </a:defPPr>
            <a:lvl1pPr>
              <a:defRPr sz="1950" b="1">
                <a:solidFill>
                  <a:srgbClr val="187762"/>
                </a:solidFill>
              </a:defRPr>
            </a:lvl1pPr>
            <a:lvl2pPr>
              <a:defRPr sz="1950" b="1">
                <a:solidFill>
                  <a:srgbClr val="187762"/>
                </a:solidFill>
              </a:defRPr>
            </a:lvl2pPr>
            <a:lvl3pPr>
              <a:defRPr sz="1950" b="1">
                <a:solidFill>
                  <a:srgbClr val="187762"/>
                </a:solidFill>
              </a:defRPr>
            </a:lvl3pPr>
            <a:lvl4pPr>
              <a:defRPr sz="1950" b="1">
                <a:solidFill>
                  <a:srgbClr val="187762"/>
                </a:solidFill>
              </a:defRPr>
            </a:lvl4pPr>
            <a:lvl5pPr>
              <a:defRPr sz="1950" b="1">
                <a:solidFill>
                  <a:srgbClr val="187762"/>
                </a:solidFill>
              </a:defRPr>
            </a:lvl5pPr>
            <a:lvl6pPr>
              <a:defRPr sz="1950" b="1">
                <a:solidFill>
                  <a:srgbClr val="187762"/>
                </a:solidFill>
              </a:defRPr>
            </a:lvl6pPr>
            <a:lvl7pPr>
              <a:defRPr sz="1950" b="1">
                <a:solidFill>
                  <a:srgbClr val="187762"/>
                </a:solidFill>
              </a:defRPr>
            </a:lvl7pPr>
            <a:lvl8pPr>
              <a:defRPr sz="1950" b="1">
                <a:solidFill>
                  <a:srgbClr val="187762"/>
                </a:solidFill>
              </a:defRPr>
            </a:lvl8pPr>
            <a:lvl9pPr>
              <a:defRPr sz="1950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87762"/>
                </a:solidFill>
              </a:defRPr>
            </a:pPr>
            <a:r>
              <a:rPr sz="1950" b="1">
                <a:solidFill>
                  <a:srgbClr val="187762"/>
                </a:solidFill>
              </a:rPr>
              <a:t>Сейчас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63E17A-BCBD-47BE-86DD-48A7877BF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647825"/>
            <a:ext cx="8162925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52C3D"/>
                </a:solidFill>
              </a:defRPr>
            </a:defPPr>
            <a:lvl1pPr>
              <a:defRPr sz="1875" b="0">
                <a:solidFill>
                  <a:srgbClr val="152C3D"/>
                </a:solidFill>
              </a:defRPr>
            </a:lvl1pPr>
            <a:lvl2pPr>
              <a:defRPr sz="1875" b="0">
                <a:solidFill>
                  <a:srgbClr val="152C3D"/>
                </a:solidFill>
              </a:defRPr>
            </a:lvl2pPr>
            <a:lvl3pPr>
              <a:defRPr sz="1875" b="0">
                <a:solidFill>
                  <a:srgbClr val="152C3D"/>
                </a:solidFill>
              </a:defRPr>
            </a:lvl3pPr>
            <a:lvl4pPr>
              <a:defRPr sz="1875" b="0">
                <a:solidFill>
                  <a:srgbClr val="152C3D"/>
                </a:solidFill>
              </a:defRPr>
            </a:lvl4pPr>
            <a:lvl5pPr>
              <a:defRPr sz="1875" b="0">
                <a:solidFill>
                  <a:srgbClr val="152C3D"/>
                </a:solidFill>
              </a:defRPr>
            </a:lvl5pPr>
            <a:lvl6pPr>
              <a:defRPr sz="1875" b="0">
                <a:solidFill>
                  <a:srgbClr val="152C3D"/>
                </a:solidFill>
              </a:defRPr>
            </a:lvl6pPr>
            <a:lvl7pPr>
              <a:defRPr sz="1875" b="0">
                <a:solidFill>
                  <a:srgbClr val="152C3D"/>
                </a:solidFill>
              </a:defRPr>
            </a:lvl7pPr>
            <a:lvl8pPr>
              <a:defRPr sz="1875" b="0">
                <a:solidFill>
                  <a:srgbClr val="152C3D"/>
                </a:solidFill>
              </a:defRPr>
            </a:lvl8pPr>
            <a:lvl9pPr>
              <a:defRPr sz="1875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C3D"/>
                </a:solidFill>
              </a:defRPr>
            </a:pPr>
            <a:r>
              <a:rPr sz="1875" b="0">
                <a:solidFill>
                  <a:srgbClr val="152C3D"/>
                </a:solidFill>
              </a:rPr>
              <a:t>15 тестов модели прототипа прошли: переходы состояний, версия, отказ в действии, повторное решение, архив.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E7421F-A8C5-4262-8DBE-E090769F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514725"/>
            <a:ext cx="214312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187762"/>
                </a:solidFill>
              </a:defRPr>
            </a:defPPr>
            <a:lvl1pPr>
              <a:defRPr sz="1950" b="1">
                <a:solidFill>
                  <a:srgbClr val="187762"/>
                </a:solidFill>
              </a:defRPr>
            </a:lvl1pPr>
            <a:lvl2pPr>
              <a:defRPr sz="1950" b="1">
                <a:solidFill>
                  <a:srgbClr val="187762"/>
                </a:solidFill>
              </a:defRPr>
            </a:lvl2pPr>
            <a:lvl3pPr>
              <a:defRPr sz="1950" b="1">
                <a:solidFill>
                  <a:srgbClr val="187762"/>
                </a:solidFill>
              </a:defRPr>
            </a:lvl3pPr>
            <a:lvl4pPr>
              <a:defRPr sz="1950" b="1">
                <a:solidFill>
                  <a:srgbClr val="187762"/>
                </a:solidFill>
              </a:defRPr>
            </a:lvl4pPr>
            <a:lvl5pPr>
              <a:defRPr sz="1950" b="1">
                <a:solidFill>
                  <a:srgbClr val="187762"/>
                </a:solidFill>
              </a:defRPr>
            </a:lvl5pPr>
            <a:lvl6pPr>
              <a:defRPr sz="1950" b="1">
                <a:solidFill>
                  <a:srgbClr val="187762"/>
                </a:solidFill>
              </a:defRPr>
            </a:lvl6pPr>
            <a:lvl7pPr>
              <a:defRPr sz="1950" b="1">
                <a:solidFill>
                  <a:srgbClr val="187762"/>
                </a:solidFill>
              </a:defRPr>
            </a:lvl7pPr>
            <a:lvl8pPr>
              <a:defRPr sz="1950" b="1">
                <a:solidFill>
                  <a:srgbClr val="187762"/>
                </a:solidFill>
              </a:defRPr>
            </a:lvl8pPr>
            <a:lvl9pPr>
              <a:defRPr sz="1950" b="1">
                <a:solidFill>
                  <a:srgbClr val="187762"/>
                </a:solidFill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187762"/>
                </a:solidFill>
              </a:defRPr>
            </a:pPr>
            <a:r>
              <a:rPr sz="1950" b="1">
                <a:solidFill>
                  <a:srgbClr val="187762"/>
                </a:solidFill>
              </a:rPr>
              <a:t>Дальше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156DBC-6887-40DD-B242-C088896A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096250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52C3D"/>
                </a:solidFill>
              </a:defRPr>
            </a:defPPr>
            <a:lvl1pPr>
              <a:defRPr sz="1875" b="0">
                <a:solidFill>
                  <a:srgbClr val="152C3D"/>
                </a:solidFill>
              </a:defRPr>
            </a:lvl1pPr>
            <a:lvl2pPr>
              <a:defRPr sz="1875" b="0">
                <a:solidFill>
                  <a:srgbClr val="152C3D"/>
                </a:solidFill>
              </a:defRPr>
            </a:lvl2pPr>
            <a:lvl3pPr>
              <a:defRPr sz="1875" b="0">
                <a:solidFill>
                  <a:srgbClr val="152C3D"/>
                </a:solidFill>
              </a:defRPr>
            </a:lvl3pPr>
            <a:lvl4pPr>
              <a:defRPr sz="1875" b="0">
                <a:solidFill>
                  <a:srgbClr val="152C3D"/>
                </a:solidFill>
              </a:defRPr>
            </a:lvl4pPr>
            <a:lvl5pPr>
              <a:defRPr sz="1875" b="0">
                <a:solidFill>
                  <a:srgbClr val="152C3D"/>
                </a:solidFill>
              </a:defRPr>
            </a:lvl5pPr>
            <a:lvl6pPr>
              <a:defRPr sz="1875" b="0">
                <a:solidFill>
                  <a:srgbClr val="152C3D"/>
                </a:solidFill>
              </a:defRPr>
            </a:lvl6pPr>
            <a:lvl7pPr>
              <a:defRPr sz="1875" b="0">
                <a:solidFill>
                  <a:srgbClr val="152C3D"/>
                </a:solidFill>
              </a:defRPr>
            </a:lvl7pPr>
            <a:lvl8pPr>
              <a:defRPr sz="1875" b="0">
                <a:solidFill>
                  <a:srgbClr val="152C3D"/>
                </a:solidFill>
              </a:defRPr>
            </a:lvl8pPr>
            <a:lvl9pPr>
              <a:defRPr sz="1875" b="0">
                <a:solidFill>
                  <a:srgbClr val="152C3D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52C3D"/>
                </a:solidFill>
              </a:defRPr>
            </a:pPr>
            <a:r>
              <a:rPr sz="1875" b="0">
                <a:solidFill>
                  <a:srgbClr val="152C3D"/>
                </a:solidFill>
              </a:rPr>
              <a:t>API и права доступа на сервере, конкурентные решения, отказоустойчивость и исследование задач с пользователями.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63F6CF-7CCE-423C-ABF8-BC1072AA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60070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4F6474"/>
                </a:solidFill>
              </a:defRPr>
            </a:defPPr>
            <a:lvl1pPr>
              <a:defRPr sz="1650" b="0">
                <a:solidFill>
                  <a:srgbClr val="4F6474"/>
                </a:solidFill>
              </a:defRPr>
            </a:lvl1pPr>
            <a:lvl2pPr>
              <a:defRPr sz="1650" b="0">
                <a:solidFill>
                  <a:srgbClr val="4F6474"/>
                </a:solidFill>
              </a:defRPr>
            </a:lvl2pPr>
            <a:lvl3pPr>
              <a:defRPr sz="1650" b="0">
                <a:solidFill>
                  <a:srgbClr val="4F6474"/>
                </a:solidFill>
              </a:defRPr>
            </a:lvl3pPr>
            <a:lvl4pPr>
              <a:defRPr sz="1650" b="0">
                <a:solidFill>
                  <a:srgbClr val="4F6474"/>
                </a:solidFill>
              </a:defRPr>
            </a:lvl4pPr>
            <a:lvl5pPr>
              <a:defRPr sz="1650" b="0">
                <a:solidFill>
                  <a:srgbClr val="4F6474"/>
                </a:solidFill>
              </a:defRPr>
            </a:lvl5pPr>
            <a:lvl6pPr>
              <a:defRPr sz="1650" b="0">
                <a:solidFill>
                  <a:srgbClr val="4F6474"/>
                </a:solidFill>
              </a:defRPr>
            </a:lvl6pPr>
            <a:lvl7pPr>
              <a:defRPr sz="1650" b="0">
                <a:solidFill>
                  <a:srgbClr val="4F6474"/>
                </a:solidFill>
              </a:defRPr>
            </a:lvl7pPr>
            <a:lvl8pPr>
              <a:defRPr sz="1650" b="0">
                <a:solidFill>
                  <a:srgbClr val="4F6474"/>
                </a:solidFill>
              </a:defRPr>
            </a:lvl8pPr>
            <a:lvl9pPr>
              <a:defRPr sz="1650" b="0">
                <a:solidFill>
                  <a:srgbClr val="4F6474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4F6474"/>
                </a:solidFill>
              </a:defRPr>
            </a:pPr>
            <a:r>
              <a:rPr sz="1650" b="0">
                <a:solidFill>
                  <a:srgbClr val="4F6474"/>
                </a:solidFill>
              </a:rPr>
              <a:t>Цели по времени и удобству заданы в плане, результаты замеров ещё не получены.</a:t>
            </a:r>
          </a:p>
        </p:txBody>
      </p:sp>
    </p:spTree>
    <p:extLst>
      <p:ext uri="{BB962C8B-B14F-4D97-AF65-F5344CB8AC3E}">
        <p14:creationId xmlns:p14="http://schemas.microsoft.com/office/powerpoint/2010/main" val="17083603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83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1FA91C-A7DD-4E8E-AC17-E654BDE3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525" b="1">
                <a:solidFill>
                  <a:srgbClr val="FFFFFF"/>
                </a:solidFill>
              </a:defRPr>
            </a:defPPr>
            <a:lvl1pPr>
              <a:defRPr sz="3525" b="1">
                <a:solidFill>
                  <a:srgbClr val="FFFFFF"/>
                </a:solidFill>
              </a:defRPr>
            </a:lvl1pPr>
            <a:lvl2pPr>
              <a:defRPr sz="3525" b="1">
                <a:solidFill>
                  <a:srgbClr val="FFFFFF"/>
                </a:solidFill>
              </a:defRPr>
            </a:lvl2pPr>
            <a:lvl3pPr>
              <a:defRPr sz="3525" b="1">
                <a:solidFill>
                  <a:srgbClr val="FFFFFF"/>
                </a:solidFill>
              </a:defRPr>
            </a:lvl3pPr>
            <a:lvl4pPr>
              <a:defRPr sz="3525" b="1">
                <a:solidFill>
                  <a:srgbClr val="FFFFFF"/>
                </a:solidFill>
              </a:defRPr>
            </a:lvl4pPr>
            <a:lvl5pPr>
              <a:defRPr sz="3525" b="1">
                <a:solidFill>
                  <a:srgbClr val="FFFFFF"/>
                </a:solidFill>
              </a:defRPr>
            </a:lvl5pPr>
            <a:lvl6pPr>
              <a:defRPr sz="3525" b="1">
                <a:solidFill>
                  <a:srgbClr val="FFFFFF"/>
                </a:solidFill>
              </a:defRPr>
            </a:lvl6pPr>
            <a:lvl7pPr>
              <a:defRPr sz="3525" b="1">
                <a:solidFill>
                  <a:srgbClr val="FFFFFF"/>
                </a:solidFill>
              </a:defRPr>
            </a:lvl7pPr>
            <a:lvl8pPr>
              <a:defRPr sz="3525" b="1">
                <a:solidFill>
                  <a:srgbClr val="FFFFFF"/>
                </a:solidFill>
              </a:defRPr>
            </a:lvl8pPr>
            <a:lvl9pPr>
              <a:defRPr sz="3525" b="1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3525" b="1">
                <a:solidFill>
                  <a:srgbClr val="FFFFFF"/>
                </a:solidFill>
              </a:defRPr>
            </a:pPr>
            <a:r>
              <a:rPr sz="3525" b="1">
                <a:solidFill>
                  <a:srgbClr val="FFFFFF"/>
                </a:solidFill>
              </a:rPr>
              <a:t>Текущий статус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C921EF-2379-4C8A-87C4-8384A20E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76425"/>
            <a:ext cx="23145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A7DCCB"/>
                </a:solidFill>
              </a:defRPr>
            </a:defPPr>
            <a:lvl1pPr>
              <a:defRPr sz="2025" b="1">
                <a:solidFill>
                  <a:srgbClr val="A7DCCB"/>
                </a:solidFill>
              </a:defRPr>
            </a:lvl1pPr>
            <a:lvl2pPr>
              <a:defRPr sz="2025" b="1">
                <a:solidFill>
                  <a:srgbClr val="A7DCCB"/>
                </a:solidFill>
              </a:defRPr>
            </a:lvl2pPr>
            <a:lvl3pPr>
              <a:defRPr sz="2025" b="1">
                <a:solidFill>
                  <a:srgbClr val="A7DCCB"/>
                </a:solidFill>
              </a:defRPr>
            </a:lvl3pPr>
            <a:lvl4pPr>
              <a:defRPr sz="2025" b="1">
                <a:solidFill>
                  <a:srgbClr val="A7DCCB"/>
                </a:solidFill>
              </a:defRPr>
            </a:lvl4pPr>
            <a:lvl5pPr>
              <a:defRPr sz="2025" b="1">
                <a:solidFill>
                  <a:srgbClr val="A7DCCB"/>
                </a:solidFill>
              </a:defRPr>
            </a:lvl5pPr>
            <a:lvl6pPr>
              <a:defRPr sz="2025" b="1">
                <a:solidFill>
                  <a:srgbClr val="A7DCCB"/>
                </a:solidFill>
              </a:defRPr>
            </a:lvl6pPr>
            <a:lvl7pPr>
              <a:defRPr sz="2025" b="1">
                <a:solidFill>
                  <a:srgbClr val="A7DCCB"/>
                </a:solidFill>
              </a:defRPr>
            </a:lvl7pPr>
            <a:lvl8pPr>
              <a:defRPr sz="2025" b="1">
                <a:solidFill>
                  <a:srgbClr val="A7DCCB"/>
                </a:solidFill>
              </a:defRPr>
            </a:lvl8pPr>
            <a:lvl9pPr>
              <a:defRPr sz="2025" b="1">
                <a:solidFill>
                  <a:srgbClr val="A7DCC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A7DCCB"/>
                </a:solidFill>
              </a:defRPr>
            </a:pPr>
            <a:r>
              <a:rPr sz="2025" b="1">
                <a:solidFill>
                  <a:srgbClr val="A7DCCB"/>
                </a:solidFill>
              </a:rPr>
              <a:t>Готово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CC7D8C-68AE-4262-80C4-F9185A11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1809750"/>
            <a:ext cx="76676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Материалы исследования, требования, схемы, прототип и план испытаний. Изменения слиты в main; CI прошёл.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644DB3-C37E-4C2D-B857-9A49A62F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476625"/>
            <a:ext cx="23145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A7DCCB"/>
                </a:solidFill>
              </a:defRPr>
            </a:defPPr>
            <a:lvl1pPr>
              <a:defRPr sz="2025" b="1">
                <a:solidFill>
                  <a:srgbClr val="A7DCCB"/>
                </a:solidFill>
              </a:defRPr>
            </a:lvl1pPr>
            <a:lvl2pPr>
              <a:defRPr sz="2025" b="1">
                <a:solidFill>
                  <a:srgbClr val="A7DCCB"/>
                </a:solidFill>
              </a:defRPr>
            </a:lvl2pPr>
            <a:lvl3pPr>
              <a:defRPr sz="2025" b="1">
                <a:solidFill>
                  <a:srgbClr val="A7DCCB"/>
                </a:solidFill>
              </a:defRPr>
            </a:lvl3pPr>
            <a:lvl4pPr>
              <a:defRPr sz="2025" b="1">
                <a:solidFill>
                  <a:srgbClr val="A7DCCB"/>
                </a:solidFill>
              </a:defRPr>
            </a:lvl4pPr>
            <a:lvl5pPr>
              <a:defRPr sz="2025" b="1">
                <a:solidFill>
                  <a:srgbClr val="A7DCCB"/>
                </a:solidFill>
              </a:defRPr>
            </a:lvl5pPr>
            <a:lvl6pPr>
              <a:defRPr sz="2025" b="1">
                <a:solidFill>
                  <a:srgbClr val="A7DCCB"/>
                </a:solidFill>
              </a:defRPr>
            </a:lvl6pPr>
            <a:lvl7pPr>
              <a:defRPr sz="2025" b="1">
                <a:solidFill>
                  <a:srgbClr val="A7DCCB"/>
                </a:solidFill>
              </a:defRPr>
            </a:lvl7pPr>
            <a:lvl8pPr>
              <a:defRPr sz="2025" b="1">
                <a:solidFill>
                  <a:srgbClr val="A7DCCB"/>
                </a:solidFill>
              </a:defRPr>
            </a:lvl8pPr>
            <a:lvl9pPr>
              <a:defRPr sz="2025" b="1">
                <a:solidFill>
                  <a:srgbClr val="A7DCCB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A7DCCB"/>
                </a:solidFill>
              </a:defRPr>
            </a:pPr>
            <a:r>
              <a:rPr sz="2025" b="1">
                <a:solidFill>
                  <a:srgbClr val="A7DCCB"/>
                </a:solidFill>
              </a:rPr>
              <a:t>Осталось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7B8958-79C7-49D8-A801-C66CB5C1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7525" y="3390900"/>
            <a:ext cx="76676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</a:rPr>
              <a:t>Реальное ревью второго участника до следующего слияния, отзыв руководителя, решение о многоэтапном маршруте и тег проверенной версии.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267B60-E690-460A-ABE9-460FE272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67350"/>
            <a:ext cx="10191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CDDDE0"/>
                </a:solidFill>
              </a:defRPr>
            </a:defPPr>
            <a:lvl1pPr>
              <a:defRPr sz="1650" b="0">
                <a:solidFill>
                  <a:srgbClr val="CDDDE0"/>
                </a:solidFill>
              </a:defRPr>
            </a:lvl1pPr>
            <a:lvl2pPr>
              <a:defRPr sz="1650" b="0">
                <a:solidFill>
                  <a:srgbClr val="CDDDE0"/>
                </a:solidFill>
              </a:defRPr>
            </a:lvl2pPr>
            <a:lvl3pPr>
              <a:defRPr sz="1650" b="0">
                <a:solidFill>
                  <a:srgbClr val="CDDDE0"/>
                </a:solidFill>
              </a:defRPr>
            </a:lvl3pPr>
            <a:lvl4pPr>
              <a:defRPr sz="1650" b="0">
                <a:solidFill>
                  <a:srgbClr val="CDDDE0"/>
                </a:solidFill>
              </a:defRPr>
            </a:lvl4pPr>
            <a:lvl5pPr>
              <a:defRPr sz="1650" b="0">
                <a:solidFill>
                  <a:srgbClr val="CDDDE0"/>
                </a:solidFill>
              </a:defRPr>
            </a:lvl5pPr>
            <a:lvl6pPr>
              <a:defRPr sz="1650" b="0">
                <a:solidFill>
                  <a:srgbClr val="CDDDE0"/>
                </a:solidFill>
              </a:defRPr>
            </a:lvl6pPr>
            <a:lvl7pPr>
              <a:defRPr sz="1650" b="0">
                <a:solidFill>
                  <a:srgbClr val="CDDDE0"/>
                </a:solidFill>
              </a:defRPr>
            </a:lvl7pPr>
            <a:lvl8pPr>
              <a:defRPr sz="1650" b="0">
                <a:solidFill>
                  <a:srgbClr val="CDDDE0"/>
                </a:solidFill>
              </a:defRPr>
            </a:lvl8pPr>
            <a:lvl9pPr>
              <a:defRPr sz="1650" b="0">
                <a:solidFill>
                  <a:srgbClr val="CDDDE0"/>
                </a:solidFill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DDDE0"/>
                </a:solidFill>
              </a:defRPr>
            </a:pPr>
            <a:r>
              <a:rPr sz="1650" b="0">
                <a:solidFill>
                  <a:srgbClr val="CDDDE0"/>
                </a:solidFill>
              </a:rPr>
              <a:t>Вопрос руководителю: достаточно ли одного согласующего для первого этапа или CR01 включить в следующую итерацию?</a:t>
            </a:r>
          </a:p>
        </p:txBody>
      </p:sp>
    </p:spTree>
    <p:extLst>
      <p:ext uri="{BB962C8B-B14F-4D97-AF65-F5344CB8AC3E}">
        <p14:creationId xmlns:p14="http://schemas.microsoft.com/office/powerpoint/2010/main" val="42617058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2026-10-24T07:28:32.2800000Z</dcterms:created>
  <dcterms:modified xsi:type="dcterms:W3CDTF">2026-10-24T07:28:32.2800000Z</dcterms:modified>
</coreProperties>
</file>