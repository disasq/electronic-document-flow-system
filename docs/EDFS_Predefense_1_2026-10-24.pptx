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855a724364c50" /><Relationship Type="http://schemas.openxmlformats.org/officeDocument/2006/relationships/extended-properties" Target="/docProps/app.xml" Id="R9194b32181324f56" /><Relationship Type="http://schemas.openxmlformats.org/officeDocument/2006/relationships/officeDocument" Target="/ppt/presentation.xml" Id="R69daeadede8149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c7ab8ca32c453e"/>
  </p:sldMasterIdLst>
  <p:notesMasterIdLst>
    <p:notesMasterId xmlns:r="http://schemas.openxmlformats.org/officeDocument/2006/relationships" r:id="R92696ae8a2db4dfe"/>
  </p:notesMasterIdLst>
  <p:sldIdLst>
    <p:sldId xmlns:r="http://schemas.openxmlformats.org/officeDocument/2006/relationships" id="256" r:id="R9b6b2559330f4f06"/>
    <p:sldId xmlns:r="http://schemas.openxmlformats.org/officeDocument/2006/relationships" id="257" r:id="R62205ab9916e45bc"/>
    <p:sldId xmlns:r="http://schemas.openxmlformats.org/officeDocument/2006/relationships" id="258" r:id="Re204b6d7c522409d"/>
    <p:sldId xmlns:r="http://schemas.openxmlformats.org/officeDocument/2006/relationships" id="259" r:id="Rbee68d6d099a4673"/>
    <p:sldId xmlns:r="http://schemas.openxmlformats.org/officeDocument/2006/relationships" id="260" r:id="R8d69e1bed0b54097"/>
    <p:sldId xmlns:r="http://schemas.openxmlformats.org/officeDocument/2006/relationships" id="261" r:id="R68978064eaec4128"/>
    <p:sldId xmlns:r="http://schemas.openxmlformats.org/officeDocument/2006/relationships" id="262" r:id="R5c63190f276f4fac"/>
    <p:sldId xmlns:r="http://schemas.openxmlformats.org/officeDocument/2006/relationships" id="263" r:id="R0994da47e49c43f2"/>
    <p:sldId xmlns:r="http://schemas.openxmlformats.org/officeDocument/2006/relationships" id="264" r:id="R654c09b697f245a8"/>
    <p:sldId xmlns:r="http://schemas.openxmlformats.org/officeDocument/2006/relationships" id="265" r:id="Re7910ac98ab54321"/>
    <p:sldId xmlns:r="http://schemas.openxmlformats.org/officeDocument/2006/relationships" id="266" r:id="Rea452c41e8894b24"/>
    <p:sldId xmlns:r="http://schemas.openxmlformats.org/officeDocument/2006/relationships" id="267" r:id="R1747015f92f143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39823e4d714b22" /><Relationship Type="http://schemas.openxmlformats.org/officeDocument/2006/relationships/slideMaster" Target="/ppt/slideMasters/slideMaster1.xml" Id="R9ec7ab8ca32c453e" /><Relationship Type="http://schemas.openxmlformats.org/officeDocument/2006/relationships/notesMaster" Target="/ppt/notesMasters/notesMaster1.xml" Id="R92696ae8a2db4dfe" /><Relationship Type="http://schemas.openxmlformats.org/officeDocument/2006/relationships/presProps" Target="/ppt/presProps.xml" Id="R32c24fec85a14639" /><Relationship Type="http://schemas.openxmlformats.org/officeDocument/2006/relationships/tableStyles" Target="/ppt/tableStyles.xml" Id="Ra34988eda6f446f8" /><Relationship Type="http://schemas.openxmlformats.org/officeDocument/2006/relationships/slide" Target="/ppt/slides/slide1.xml" Id="R9b6b2559330f4f06" /><Relationship Type="http://schemas.openxmlformats.org/officeDocument/2006/relationships/slide" Target="/ppt/slides/slide2.xml" Id="R62205ab9916e45bc" /><Relationship Type="http://schemas.openxmlformats.org/officeDocument/2006/relationships/slide" Target="/ppt/slides/slide3.xml" Id="Re204b6d7c522409d" /><Relationship Type="http://schemas.openxmlformats.org/officeDocument/2006/relationships/slide" Target="/ppt/slides/slide4.xml" Id="Rbee68d6d099a4673" /><Relationship Type="http://schemas.openxmlformats.org/officeDocument/2006/relationships/slide" Target="/ppt/slides/slide5.xml" Id="R8d69e1bed0b54097" /><Relationship Type="http://schemas.openxmlformats.org/officeDocument/2006/relationships/slide" Target="/ppt/slides/slide6.xml" Id="R68978064eaec4128" /><Relationship Type="http://schemas.openxmlformats.org/officeDocument/2006/relationships/slide" Target="/ppt/slides/slide7.xml" Id="R5c63190f276f4fac" /><Relationship Type="http://schemas.openxmlformats.org/officeDocument/2006/relationships/slide" Target="/ppt/slides/slide8.xml" Id="R0994da47e49c43f2" /><Relationship Type="http://schemas.openxmlformats.org/officeDocument/2006/relationships/slide" Target="/ppt/slides/slide9.xml" Id="R654c09b697f245a8" /><Relationship Type="http://schemas.openxmlformats.org/officeDocument/2006/relationships/slide" Target="/ppt/slides/slide10.xml" Id="Re7910ac98ab54321" /><Relationship Type="http://schemas.openxmlformats.org/officeDocument/2006/relationships/slide" Target="/ppt/slides/slide11.xml" Id="Rea452c41e8894b24" /><Relationship Type="http://schemas.openxmlformats.org/officeDocument/2006/relationships/slide" Target="/ppt/slides/slide12.xml" Id="R1747015f92f143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c0e2094924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5584a2cac4d11" /><Relationship Type="http://schemas.openxmlformats.org/officeDocument/2006/relationships/notesMaster" Target="/ppt/notesMasters/notesMaster1.xml" Id="Rb34b9d1fab1545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cb51be58f9411f" /><Relationship Type="http://schemas.openxmlformats.org/officeDocument/2006/relationships/notesMaster" Target="/ppt/notesMasters/notesMaster1.xml" Id="R4f4c0ba1e0d3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77661000e4222" /><Relationship Type="http://schemas.openxmlformats.org/officeDocument/2006/relationships/notesMaster" Target="/ppt/notesMasters/notesMaster1.xml" Id="Rb57e43db42894d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fe7d9218824f17" /><Relationship Type="http://schemas.openxmlformats.org/officeDocument/2006/relationships/notesMaster" Target="/ppt/notesMasters/notesMaster1.xml" Id="Rc87d527788eb42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efead1192c4bff" /><Relationship Type="http://schemas.openxmlformats.org/officeDocument/2006/relationships/notesMaster" Target="/ppt/notesMasters/notesMaster1.xml" Id="R96b884fc4a1a48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b8966bdeca4e8d" /><Relationship Type="http://schemas.openxmlformats.org/officeDocument/2006/relationships/notesMaster" Target="/ppt/notesMasters/notesMaster1.xml" Id="Reade81fedeb04d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193bc633c4ee6" /><Relationship Type="http://schemas.openxmlformats.org/officeDocument/2006/relationships/notesMaster" Target="/ppt/notesMasters/notesMaster1.xml" Id="R2043da4d01994a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b86108092148a4" /><Relationship Type="http://schemas.openxmlformats.org/officeDocument/2006/relationships/notesMaster" Target="/ppt/notesMasters/notesMaster1.xml" Id="R136bdb6ecd8a42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4f4abd2dcd45d7" /><Relationship Type="http://schemas.openxmlformats.org/officeDocument/2006/relationships/notesMaster" Target="/ppt/notesMasters/notesMaster1.xml" Id="R2164a153920e41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9879df17ab486b" /><Relationship Type="http://schemas.openxmlformats.org/officeDocument/2006/relationships/notesMaster" Target="/ppt/notesMasters/notesMaster1.xml" Id="R075a312bf69249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b5d1ec01924e1c" /><Relationship Type="http://schemas.openxmlformats.org/officeDocument/2006/relationships/notesMaster" Target="/ppt/notesMasters/notesMaster1.xml" Id="R63ce519c5ab848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b7e40836974971" /><Relationship Type="http://schemas.openxmlformats.org/officeDocument/2006/relationships/notesMaster" Target="/ppt/notesMasters/notesMaster1.xml" Id="R7962af257bfd4c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README.md, docs/01_proposal.md. Материал для первой предзащиты, без утверждения о принятии руководителем.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docs/02_relevance.md, management/evidence_log.csv. Интервью сообщены Диасом Сақыпом; это краткие заметки, не стенограммы и не измерение частоты проблем. Отдельные исходные заметки и согласия не проверены.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docs/01_proposal.md, docs/02_relevance.md, docs/06_requirements.md. Многоэтапные маршруты из интервью пока не реализованы.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docs/03_literature.md, docs/12_references.md, evidence/source_register.json. Обзор целевой, не систематический PRISMA; часть публикаций изучалась по аннотациям.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docs/04_existing_systems.md, docs/12_references.md. Это сравнение по документации, не экспериментальная оценка, аудит безопасности или сравнение стоимости.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docs/05_technology.md, docs/07_architecture.md. Django/PostgreSQL/хранилище пока не реализованы; технологические оценки являются предварительными решениями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docs/06_requirements.md (версия 0.2). FR06–FR08 ограничены одним согласующим. NFR — целевые, а не подтверждённые показатели.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docs/07_architecture.md, diagrams/context.drawio. В репозитории есть три обязательные редактируемые схемы draw.io: контекст, UML-варианты использования и черновые UML-компоненты. У каждой есть SVG/PNG экспорт. Изображённая серверная система пока проектируется.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docs/06_requirements.md, docs/07_architecture.md, diagrams/use_cases.drawio. Диаграмма показывает авторские, рецензентские и административные сценарии. CR01 многоэтапного маршрута пока не реализован.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docs/08_prototype.md, prototype/, evidence/prototype-overview.png. Скриншот из проекта; рабочий запуск: prototype/index.html. Это не многопользовательский сервер и не юридическая электронная подпись.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docs/09_verification.md, docs/evaluation/, evidence/verification.md, tests/. Существующие 15 модельных проверок прошли, но новые тесты для этой аналитической сдачи не добавлялись. Они не доказывают серверную безопасность или улучшение процесса у пользователей.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README.md, docs/11_supervision_readiness.md, management/online_status.md. PR #1, #2 и #3 слиты без отправленного peer review; нельзя считать это условие закрытым задним числом. Отзыв руководителя и tag pre-defense-1 не подтверждены. Проверьте доступ членов комиссии к этому переносимому 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369651b1a44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dabeacf0345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864ce272746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6af72dc234b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db971073e4c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12f9f01b1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922A50-C633-4A9B-99FC-7E8D31178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69539D-EA8F-450F-97C1-C2D88E5B30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35EEE0-0C33-4574-AB6E-5C0A3C203B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F1A736-2D3B-4006-A82D-65986F987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375A98-AAE2-4B30-BBB6-8BB33782A5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053F9C-49A6-41DC-A6B1-298ECDC9AB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336FD5-3207-43CC-90DD-1168F17537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632194-6F16-43FA-B9FE-A2B0B7442D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8542B2-AC0F-4EBB-B920-1B9B1E027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723817-CA1C-4F94-8619-85E0825B78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04c36e0274561" /><Relationship Type="http://schemas.openxmlformats.org/officeDocument/2006/relationships/slideLayout" Target="/ppt/slideLayouts/slideLayout1.xml" Id="Rb7cd7c8f37474edc" /><Relationship Type="http://schemas.openxmlformats.org/officeDocument/2006/relationships/slideLayout" Target="/ppt/slideLayouts/slideLayout2.xml" Id="Raf12563ffce24501" /><Relationship Type="http://schemas.openxmlformats.org/officeDocument/2006/relationships/slideLayout" Target="/ppt/slideLayouts/slideLayout3.xml" Id="R03c7448859314b04" /><Relationship Type="http://schemas.openxmlformats.org/officeDocument/2006/relationships/slideLayout" Target="/ppt/slideLayouts/slideLayout4.xml" Id="R298f567ff0c84315" /><Relationship Type="http://schemas.openxmlformats.org/officeDocument/2006/relationships/slideLayout" Target="/ppt/slideLayouts/slideLayout5.xml" Id="Rfe4fb177573a40f8" /><Relationship Type="http://schemas.openxmlformats.org/officeDocument/2006/relationships/slideLayout" Target="/ppt/slideLayouts/slideLayout6.xml" Id="R66577653f5944f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cd7c8f37474edc"/>
    <p:sldLayoutId xmlns:r="http://schemas.openxmlformats.org/officeDocument/2006/relationships" id="2147483650" r:id="Raf12563ffce24501"/>
    <p:sldLayoutId xmlns:r="http://schemas.openxmlformats.org/officeDocument/2006/relationships" id="2147483651" r:id="R03c7448859314b04"/>
    <p:sldLayoutId xmlns:r="http://schemas.openxmlformats.org/officeDocument/2006/relationships" id="2147483652" r:id="R298f567ff0c84315"/>
    <p:sldLayoutId xmlns:r="http://schemas.openxmlformats.org/officeDocument/2006/relationships" id="2147483653" r:id="Rfe4fb177573a40f8"/>
    <p:sldLayoutId xmlns:r="http://schemas.openxmlformats.org/officeDocument/2006/relationships" id="2147483654" r:id="R66577653f5944f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f906259594662" /><Relationship Type="http://schemas.openxmlformats.org/officeDocument/2006/relationships/notesSlide" Target="/ppt/notesSlides/notesSlide1.xml" Id="Rb22278b11d9c4b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7f84ef19d4ee3" /><Relationship Type="http://schemas.openxmlformats.org/officeDocument/2006/relationships/notesSlide" Target="/ppt/notesSlides/notesSlide2.xml" Id="Rfa9f12077a79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dea478bde449e" /><Relationship Type="http://schemas.openxmlformats.org/officeDocument/2006/relationships/notesSlide" Target="/ppt/notesSlides/notesSlide3.xml" Id="Recf67ad67c5041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ae3339a964a7b" /><Relationship Type="http://schemas.openxmlformats.org/officeDocument/2006/relationships/notesSlide" Target="/ppt/notesSlides/notesSlide4.xml" Id="R47591a30d4cf46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771e8cb284d70" /><Relationship Type="http://schemas.openxmlformats.org/officeDocument/2006/relationships/notesSlide" Target="/ppt/notesSlides/notesSlide5.xml" Id="R513fb386c96f44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921af60d74309" /><Relationship Type="http://schemas.openxmlformats.org/officeDocument/2006/relationships/notesSlide" Target="/ppt/notesSlides/notesSlide6.xml" Id="Rcc1640f68d9e45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6dcc5bc34447a" /><Relationship Type="http://schemas.openxmlformats.org/officeDocument/2006/relationships/notesSlide" Target="/ppt/notesSlides/notesSlide7.xml" Id="R57ba48ac34cb49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14ab0c55c48c2" /><Relationship Type="http://schemas.openxmlformats.org/officeDocument/2006/relationships/image" Target="/ppt/media/image.png" Id="R450ef278945f42ab" /><Relationship Type="http://schemas.openxmlformats.org/officeDocument/2006/relationships/notesSlide" Target="/ppt/notesSlides/notesSlide8.xml" Id="Rd4dfeb2b8f964a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228d3122e4262" /><Relationship Type="http://schemas.openxmlformats.org/officeDocument/2006/relationships/image" Target="/ppt/media/image2.png" Id="Rd36a787541ef4879" /><Relationship Type="http://schemas.openxmlformats.org/officeDocument/2006/relationships/notesSlide" Target="/ppt/notesSlides/notesSlide9.xml" Id="R3f301d19d70840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1973349d341b5" /><Relationship Type="http://schemas.openxmlformats.org/officeDocument/2006/relationships/image" Target="/ppt/media/image.jpeg" Id="Rea2c2b6b8f154fe1" /><Relationship Type="http://schemas.openxmlformats.org/officeDocument/2006/relationships/notesSlide" Target="/ppt/notesSlides/notesSlide10.xml" Id="R61282bcb691548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bae8f7709d4b1b" /><Relationship Type="http://schemas.openxmlformats.org/officeDocument/2006/relationships/notesSlide" Target="/ppt/notesSlides/notesSlide11.xml" Id="R5c858dfab01e4f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69656e348d45ff" /><Relationship Type="http://schemas.openxmlformats.org/officeDocument/2006/relationships/notesSlide" Target="/ppt/notesSlides/notesSlide12.xml" Id="R227455b9e45b44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06CB4-2CE0-4B35-BC92-30702A12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FFFFFF"/>
                </a:solidFill>
              </a:defRPr>
            </a:defPPr>
            <a:lvl1pPr>
              <a:defRPr sz="4425" b="1">
                <a:solidFill>
                  <a:srgbClr val="FFFFFF"/>
                </a:solidFill>
              </a:defRPr>
            </a:lvl1pPr>
            <a:lvl2pPr>
              <a:defRPr sz="4425" b="1">
                <a:solidFill>
                  <a:srgbClr val="FFFFFF"/>
                </a:solidFill>
              </a:defRPr>
            </a:lvl2pPr>
            <a:lvl3pPr>
              <a:defRPr sz="4425" b="1">
                <a:solidFill>
                  <a:srgbClr val="FFFFFF"/>
                </a:solidFill>
              </a:defRPr>
            </a:lvl3pPr>
            <a:lvl4pPr>
              <a:defRPr sz="4425" b="1">
                <a:solidFill>
                  <a:srgbClr val="FFFFFF"/>
                </a:solidFill>
              </a:defRPr>
            </a:lvl4pPr>
            <a:lvl5pPr>
              <a:defRPr sz="4425" b="1">
                <a:solidFill>
                  <a:srgbClr val="FFFFFF"/>
                </a:solidFill>
              </a:defRPr>
            </a:lvl5pPr>
            <a:lvl6pPr>
              <a:defRPr sz="4425" b="1">
                <a:solidFill>
                  <a:srgbClr val="FFFFFF"/>
                </a:solidFill>
              </a:defRPr>
            </a:lvl6pPr>
            <a:lvl7pPr>
              <a:defRPr sz="4425" b="1">
                <a:solidFill>
                  <a:srgbClr val="FFFFFF"/>
                </a:solidFill>
              </a:defRPr>
            </a:lvl7pPr>
            <a:lvl8pPr>
              <a:defRPr sz="4425" b="1">
                <a:solidFill>
                  <a:srgbClr val="FFFFFF"/>
                </a:solidFill>
              </a:defRPr>
            </a:lvl8pPr>
            <a:lvl9pPr>
              <a:defRPr sz="4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</a:defRPr>
            </a:pPr>
            <a:r>
              <a:rPr sz="4425" b="1">
                <a:solidFill>
                  <a:srgbClr val="FFFFFF"/>
                </a:solidFill>
              </a:rPr>
              <a:t>Электронный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</a:defRPr>
            </a:pPr>
            <a:r>
              <a:rPr sz="4425" b="1">
                <a:solidFill>
                  <a:srgbClr val="FFFFFF"/>
                </a:solidFill>
              </a:rPr>
              <a:t>документооборот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BA6C5-B28B-4314-8080-95896227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8DAD4"/>
                </a:solidFill>
              </a:defRPr>
            </a:defPPr>
            <a:lvl1pPr>
              <a:defRPr sz="2100" b="0">
                <a:solidFill>
                  <a:srgbClr val="B8DAD4"/>
                </a:solidFill>
              </a:defRPr>
            </a:lvl1pPr>
            <a:lvl2pPr>
              <a:defRPr sz="2100" b="0">
                <a:solidFill>
                  <a:srgbClr val="B8DAD4"/>
                </a:solidFill>
              </a:defRPr>
            </a:lvl2pPr>
            <a:lvl3pPr>
              <a:defRPr sz="2100" b="0">
                <a:solidFill>
                  <a:srgbClr val="B8DAD4"/>
                </a:solidFill>
              </a:defRPr>
            </a:lvl3pPr>
            <a:lvl4pPr>
              <a:defRPr sz="2100" b="0">
                <a:solidFill>
                  <a:srgbClr val="B8DAD4"/>
                </a:solidFill>
              </a:defRPr>
            </a:lvl4pPr>
            <a:lvl5pPr>
              <a:defRPr sz="2100" b="0">
                <a:solidFill>
                  <a:srgbClr val="B8DAD4"/>
                </a:solidFill>
              </a:defRPr>
            </a:lvl5pPr>
            <a:lvl6pPr>
              <a:defRPr sz="2100" b="0">
                <a:solidFill>
                  <a:srgbClr val="B8DAD4"/>
                </a:solidFill>
              </a:defRPr>
            </a:lvl6pPr>
            <a:lvl7pPr>
              <a:defRPr sz="2100" b="0">
                <a:solidFill>
                  <a:srgbClr val="B8DAD4"/>
                </a:solidFill>
              </a:defRPr>
            </a:lvl7pPr>
            <a:lvl8pPr>
              <a:defRPr sz="2100" b="0">
                <a:solidFill>
                  <a:srgbClr val="B8DAD4"/>
                </a:solidFill>
              </a:defRPr>
            </a:lvl8pPr>
            <a:lvl9pPr>
              <a:defRPr sz="2100" b="0">
                <a:solidFill>
                  <a:srgbClr val="B8DAD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8DAD4"/>
                </a:solidFill>
              </a:defRPr>
            </a:pPr>
            <a:r>
              <a:rPr sz="2100" b="0">
                <a:solidFill>
                  <a:srgbClr val="B8DAD4"/>
                </a:solidFill>
              </a:rPr>
              <a:t>Первая предзащита · 24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46CB9-963F-4730-B673-6EEE6133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863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Қазыбай Әли Сәтбекұлы · Сақып Диас Мұратұлы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C06B8-5390-47EA-B85F-FD5962D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76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9D7DC"/>
                </a:solidFill>
              </a:defRPr>
            </a:defPPr>
            <a:lvl1pPr>
              <a:defRPr sz="1500" b="0">
                <a:solidFill>
                  <a:srgbClr val="C9D7DC"/>
                </a:solidFill>
              </a:defRPr>
            </a:lvl1pPr>
            <a:lvl2pPr>
              <a:defRPr sz="1500" b="0">
                <a:solidFill>
                  <a:srgbClr val="C9D7DC"/>
                </a:solidFill>
              </a:defRPr>
            </a:lvl2pPr>
            <a:lvl3pPr>
              <a:defRPr sz="1500" b="0">
                <a:solidFill>
                  <a:srgbClr val="C9D7DC"/>
                </a:solidFill>
              </a:defRPr>
            </a:lvl3pPr>
            <a:lvl4pPr>
              <a:defRPr sz="1500" b="0">
                <a:solidFill>
                  <a:srgbClr val="C9D7DC"/>
                </a:solidFill>
              </a:defRPr>
            </a:lvl4pPr>
            <a:lvl5pPr>
              <a:defRPr sz="1500" b="0">
                <a:solidFill>
                  <a:srgbClr val="C9D7DC"/>
                </a:solidFill>
              </a:defRPr>
            </a:lvl5pPr>
            <a:lvl6pPr>
              <a:defRPr sz="1500" b="0">
                <a:solidFill>
                  <a:srgbClr val="C9D7DC"/>
                </a:solidFill>
              </a:defRPr>
            </a:lvl6pPr>
            <a:lvl7pPr>
              <a:defRPr sz="1500" b="0">
                <a:solidFill>
                  <a:srgbClr val="C9D7DC"/>
                </a:solidFill>
              </a:defRPr>
            </a:lvl7pPr>
            <a:lvl8pPr>
              <a:defRPr sz="1500" b="0">
                <a:solidFill>
                  <a:srgbClr val="C9D7DC"/>
                </a:solidFill>
              </a:defRPr>
            </a:lvl8pPr>
            <a:lvl9pPr>
              <a:defRPr sz="1500" b="0">
                <a:solidFill>
                  <a:srgbClr val="C9D7D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9D7DC"/>
                </a:solidFill>
              </a:defRPr>
            </a:pPr>
            <a:r>
              <a:rPr sz="1500" b="0">
                <a:solidFill>
                  <a:srgbClr val="C9D7DC"/>
                </a:solidFill>
              </a:rPr>
              <a:t>Astana IT University  |  руководитель: Хаймульдин Асқар</a:t>
            </a:r>
          </a:p>
        </p:txBody>
      </p:sp>
    </p:spTree>
    <p:extLst>
      <p:ext uri="{BB962C8B-B14F-4D97-AF65-F5344CB8AC3E}">
        <p14:creationId xmlns:p14="http://schemas.microsoft.com/office/powerpoint/2010/main" val="600572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80D01-E6A2-4E6B-B283-7C79B0F9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Проблема и её источник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06779-44B3-4E5A-9F5F-0C87EDDA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23EED-E11D-4B53-80EA-6D4879BD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90675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187762"/>
                </a:solidFill>
              </a:defRPr>
            </a:defPPr>
            <a:lvl1pPr>
              <a:defRPr sz="6000" b="1">
                <a:solidFill>
                  <a:srgbClr val="187762"/>
                </a:solidFill>
              </a:defRPr>
            </a:lvl1pPr>
            <a:lvl2pPr>
              <a:defRPr sz="6000" b="1">
                <a:solidFill>
                  <a:srgbClr val="187762"/>
                </a:solidFill>
              </a:defRPr>
            </a:lvl2pPr>
            <a:lvl3pPr>
              <a:defRPr sz="6000" b="1">
                <a:solidFill>
                  <a:srgbClr val="187762"/>
                </a:solidFill>
              </a:defRPr>
            </a:lvl3pPr>
            <a:lvl4pPr>
              <a:defRPr sz="6000" b="1">
                <a:solidFill>
                  <a:srgbClr val="187762"/>
                </a:solidFill>
              </a:defRPr>
            </a:lvl4pPr>
            <a:lvl5pPr>
              <a:defRPr sz="6000" b="1">
                <a:solidFill>
                  <a:srgbClr val="187762"/>
                </a:solidFill>
              </a:defRPr>
            </a:lvl5pPr>
            <a:lvl6pPr>
              <a:defRPr sz="6000" b="1">
                <a:solidFill>
                  <a:srgbClr val="187762"/>
                </a:solidFill>
              </a:defRPr>
            </a:lvl6pPr>
            <a:lvl7pPr>
              <a:defRPr sz="6000" b="1">
                <a:solidFill>
                  <a:srgbClr val="187762"/>
                </a:solidFill>
              </a:defRPr>
            </a:lvl7pPr>
            <a:lvl8pPr>
              <a:defRPr sz="6000" b="1">
                <a:solidFill>
                  <a:srgbClr val="187762"/>
                </a:solidFill>
              </a:defRPr>
            </a:lvl8pPr>
            <a:lvl9pPr>
              <a:defRPr sz="6000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187762"/>
                </a:solidFill>
              </a:defRPr>
            </a:pPr>
            <a:r>
              <a:rPr sz="6000" b="1">
                <a:solidFill>
                  <a:srgbClr val="187762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18950-4A85-407D-86E0-88158A2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8288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C3D"/>
                </a:solidFill>
              </a:defRPr>
            </a:defPPr>
            <a:lvl1pPr>
              <a:defRPr sz="2175" b="1">
                <a:solidFill>
                  <a:srgbClr val="152C3D"/>
                </a:solidFill>
              </a:defRPr>
            </a:lvl1pPr>
            <a:lvl2pPr>
              <a:defRPr sz="2175" b="1">
                <a:solidFill>
                  <a:srgbClr val="152C3D"/>
                </a:solidFill>
              </a:defRPr>
            </a:lvl2pPr>
            <a:lvl3pPr>
              <a:defRPr sz="2175" b="1">
                <a:solidFill>
                  <a:srgbClr val="152C3D"/>
                </a:solidFill>
              </a:defRPr>
            </a:lvl3pPr>
            <a:lvl4pPr>
              <a:defRPr sz="2175" b="1">
                <a:solidFill>
                  <a:srgbClr val="152C3D"/>
                </a:solidFill>
              </a:defRPr>
            </a:lvl4pPr>
            <a:lvl5pPr>
              <a:defRPr sz="2175" b="1">
                <a:solidFill>
                  <a:srgbClr val="152C3D"/>
                </a:solidFill>
              </a:defRPr>
            </a:lvl5pPr>
            <a:lvl6pPr>
              <a:defRPr sz="2175" b="1">
                <a:solidFill>
                  <a:srgbClr val="152C3D"/>
                </a:solidFill>
              </a:defRPr>
            </a:lvl6pPr>
            <a:lvl7pPr>
              <a:defRPr sz="2175" b="1">
                <a:solidFill>
                  <a:srgbClr val="152C3D"/>
                </a:solidFill>
              </a:defRPr>
            </a:lvl7pPr>
            <a:lvl8pPr>
              <a:defRPr sz="2175" b="1">
                <a:solidFill>
                  <a:srgbClr val="152C3D"/>
                </a:solidFill>
              </a:defRPr>
            </a:lvl8pPr>
            <a:lvl9pPr>
              <a:defRPr sz="2175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C3D"/>
                </a:solidFill>
              </a:defRPr>
            </a:pPr>
            <a:r>
              <a:rPr sz="2175" b="1">
                <a:solidFill>
                  <a:srgbClr val="152C3D"/>
                </a:solidFill>
              </a:rPr>
              <a:t>бесед в Астане, 12–19 октября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D5E36-685E-4F70-A22D-B87BCBB6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10382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C3D"/>
                </a:solidFill>
              </a:defRPr>
            </a:defPPr>
            <a:lvl1pPr>
              <a:defRPr sz="2025" b="0">
                <a:solidFill>
                  <a:srgbClr val="152C3D"/>
                </a:solidFill>
              </a:defRPr>
            </a:lvl1pPr>
            <a:lvl2pPr>
              <a:defRPr sz="2025" b="0">
                <a:solidFill>
                  <a:srgbClr val="152C3D"/>
                </a:solidFill>
              </a:defRPr>
            </a:lvl2pPr>
            <a:lvl3pPr>
              <a:defRPr sz="2025" b="0">
                <a:solidFill>
                  <a:srgbClr val="152C3D"/>
                </a:solidFill>
              </a:defRPr>
            </a:lvl3pPr>
            <a:lvl4pPr>
              <a:defRPr sz="2025" b="0">
                <a:solidFill>
                  <a:srgbClr val="152C3D"/>
                </a:solidFill>
              </a:defRPr>
            </a:lvl4pPr>
            <a:lvl5pPr>
              <a:defRPr sz="2025" b="0">
                <a:solidFill>
                  <a:srgbClr val="152C3D"/>
                </a:solidFill>
              </a:defRPr>
            </a:lvl5pPr>
            <a:lvl6pPr>
              <a:defRPr sz="2025" b="0">
                <a:solidFill>
                  <a:srgbClr val="152C3D"/>
                </a:solidFill>
              </a:defRPr>
            </a:lvl6pPr>
            <a:lvl7pPr>
              <a:defRPr sz="2025" b="0">
                <a:solidFill>
                  <a:srgbClr val="152C3D"/>
                </a:solidFill>
              </a:defRPr>
            </a:lvl7pPr>
            <a:lvl8pPr>
              <a:defRPr sz="2025" b="0">
                <a:solidFill>
                  <a:srgbClr val="152C3D"/>
                </a:solidFill>
              </a:defRPr>
            </a:lvl8pPr>
            <a:lvl9pPr>
              <a:defRPr sz="20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C3D"/>
                </a:solidFill>
              </a:defRPr>
            </a:pPr>
            <a:r>
              <a:rPr sz="2025" b="0">
                <a:solidFill>
                  <a:srgbClr val="152C3D"/>
                </a:solidFill>
              </a:rPr>
              <a:t>Для первого этапа подробно разобраны 5 сценариев внутреннего согласования.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C099B-EFC4-45FE-B6C9-F88AF900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238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Версии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704C7-1530-4CC1-A39F-29F33F68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33825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Использование устаревшей спецификации после обмена файлами в разных каналах.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F670B-E728-4F81-A9B7-69845760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2238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59041-53FE-4182-9E09-E8987491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86325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Ручные звонки, сообщения и таблицы вместо видимого ответственного и истории.</a:t>
            </a:r>
          </a:p>
        </p:txBody>
      </p:sp>
    </p:spTree>
    <p:extLst>
      <p:ext uri="{BB962C8B-B14F-4D97-AF65-F5344CB8AC3E}">
        <p14:creationId xmlns:p14="http://schemas.microsoft.com/office/powerpoint/2010/main" val="1025245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B966F-7939-4220-9D85-DC69A5BD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Цель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3E9DF-F3E0-4737-95E9-5957DDAE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3712C-AA05-4CC9-BD3E-34C56615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7762"/>
                </a:solidFill>
              </a:defRPr>
            </a:defPPr>
            <a:lvl1pPr>
              <a:defRPr sz="2025" b="1">
                <a:solidFill>
                  <a:srgbClr val="187762"/>
                </a:solidFill>
              </a:defRPr>
            </a:lvl1pPr>
            <a:lvl2pPr>
              <a:defRPr sz="2025" b="1">
                <a:solidFill>
                  <a:srgbClr val="187762"/>
                </a:solidFill>
              </a:defRPr>
            </a:lvl2pPr>
            <a:lvl3pPr>
              <a:defRPr sz="2025" b="1">
                <a:solidFill>
                  <a:srgbClr val="187762"/>
                </a:solidFill>
              </a:defRPr>
            </a:lvl3pPr>
            <a:lvl4pPr>
              <a:defRPr sz="2025" b="1">
                <a:solidFill>
                  <a:srgbClr val="187762"/>
                </a:solidFill>
              </a:defRPr>
            </a:lvl4pPr>
            <a:lvl5pPr>
              <a:defRPr sz="2025" b="1">
                <a:solidFill>
                  <a:srgbClr val="187762"/>
                </a:solidFill>
              </a:defRPr>
            </a:lvl5pPr>
            <a:lvl6pPr>
              <a:defRPr sz="2025" b="1">
                <a:solidFill>
                  <a:srgbClr val="187762"/>
                </a:solidFill>
              </a:defRPr>
            </a:lvl6pPr>
            <a:lvl7pPr>
              <a:defRPr sz="2025" b="1">
                <a:solidFill>
                  <a:srgbClr val="187762"/>
                </a:solidFill>
              </a:defRPr>
            </a:lvl7pPr>
            <a:lvl8pPr>
              <a:defRPr sz="2025" b="1">
                <a:solidFill>
                  <a:srgbClr val="187762"/>
                </a:solidFill>
              </a:defRPr>
            </a:lvl8pPr>
            <a:lvl9pPr>
              <a:defRPr sz="202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7762"/>
                </a:solidFill>
              </a:defRPr>
            </a:pPr>
            <a:r>
              <a:rPr sz="2025" b="1">
                <a:solidFill>
                  <a:srgbClr val="187762"/>
                </a:solidFill>
              </a:rPr>
              <a:t>Цель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7A35E-4AD6-485C-BD4C-9A6A892D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0972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C3D"/>
                </a:solidFill>
              </a:defRPr>
            </a:defPPr>
            <a:lvl1pPr>
              <a:defRPr sz="2025" b="0">
                <a:solidFill>
                  <a:srgbClr val="152C3D"/>
                </a:solidFill>
              </a:defRPr>
            </a:lvl1pPr>
            <a:lvl2pPr>
              <a:defRPr sz="2025" b="0">
                <a:solidFill>
                  <a:srgbClr val="152C3D"/>
                </a:solidFill>
              </a:defRPr>
            </a:lvl2pPr>
            <a:lvl3pPr>
              <a:defRPr sz="2025" b="0">
                <a:solidFill>
                  <a:srgbClr val="152C3D"/>
                </a:solidFill>
              </a:defRPr>
            </a:lvl3pPr>
            <a:lvl4pPr>
              <a:defRPr sz="2025" b="0">
                <a:solidFill>
                  <a:srgbClr val="152C3D"/>
                </a:solidFill>
              </a:defRPr>
            </a:lvl4pPr>
            <a:lvl5pPr>
              <a:defRPr sz="2025" b="0">
                <a:solidFill>
                  <a:srgbClr val="152C3D"/>
                </a:solidFill>
              </a:defRPr>
            </a:lvl5pPr>
            <a:lvl6pPr>
              <a:defRPr sz="2025" b="0">
                <a:solidFill>
                  <a:srgbClr val="152C3D"/>
                </a:solidFill>
              </a:defRPr>
            </a:lvl6pPr>
            <a:lvl7pPr>
              <a:defRPr sz="2025" b="0">
                <a:solidFill>
                  <a:srgbClr val="152C3D"/>
                </a:solidFill>
              </a:defRPr>
            </a:lvl7pPr>
            <a:lvl8pPr>
              <a:defRPr sz="2025" b="0">
                <a:solidFill>
                  <a:srgbClr val="152C3D"/>
                </a:solidFill>
              </a:defRPr>
            </a:lvl8pPr>
            <a:lvl9pPr>
              <a:defRPr sz="20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C3D"/>
                </a:solidFill>
              </a:defRPr>
            </a:pPr>
            <a:r>
              <a:rPr sz="2025" b="0">
                <a:solidFill>
                  <a:srgbClr val="152C3D"/>
                </a:solidFill>
              </a:rPr>
              <a:t>Показать управляемый путь внутреннего документа от черновика до архива с текущей версией, статусом и историей решений.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02083-2DAC-4B9D-9D8D-41E7095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7762"/>
                </a:solidFill>
              </a:defRPr>
            </a:defPPr>
            <a:lvl1pPr>
              <a:defRPr sz="2025" b="1">
                <a:solidFill>
                  <a:srgbClr val="187762"/>
                </a:solidFill>
              </a:defRPr>
            </a:lvl1pPr>
            <a:lvl2pPr>
              <a:defRPr sz="2025" b="1">
                <a:solidFill>
                  <a:srgbClr val="187762"/>
                </a:solidFill>
              </a:defRPr>
            </a:lvl2pPr>
            <a:lvl3pPr>
              <a:defRPr sz="2025" b="1">
                <a:solidFill>
                  <a:srgbClr val="187762"/>
                </a:solidFill>
              </a:defRPr>
            </a:lvl3pPr>
            <a:lvl4pPr>
              <a:defRPr sz="2025" b="1">
                <a:solidFill>
                  <a:srgbClr val="187762"/>
                </a:solidFill>
              </a:defRPr>
            </a:lvl4pPr>
            <a:lvl5pPr>
              <a:defRPr sz="2025" b="1">
                <a:solidFill>
                  <a:srgbClr val="187762"/>
                </a:solidFill>
              </a:defRPr>
            </a:lvl5pPr>
            <a:lvl6pPr>
              <a:defRPr sz="2025" b="1">
                <a:solidFill>
                  <a:srgbClr val="187762"/>
                </a:solidFill>
              </a:defRPr>
            </a:lvl6pPr>
            <a:lvl7pPr>
              <a:defRPr sz="2025" b="1">
                <a:solidFill>
                  <a:srgbClr val="187762"/>
                </a:solidFill>
              </a:defRPr>
            </a:lvl7pPr>
            <a:lvl8pPr>
              <a:defRPr sz="2025" b="1">
                <a:solidFill>
                  <a:srgbClr val="187762"/>
                </a:solidFill>
              </a:defRPr>
            </a:lvl8pPr>
            <a:lvl9pPr>
              <a:defRPr sz="202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7762"/>
                </a:solidFill>
              </a:defRPr>
            </a:pPr>
            <a:r>
              <a:rPr sz="2025" b="1">
                <a:solidFill>
                  <a:srgbClr val="187762"/>
                </a:solidFill>
              </a:rPr>
              <a:t>Первый рабочий срез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7C8AC-8693-4D43-A8DD-D9CA0411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10144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3D"/>
                </a:solidFill>
              </a:defRPr>
            </a:defPPr>
            <a:lvl1pPr>
              <a:defRPr sz="1950" b="0">
                <a:solidFill>
                  <a:srgbClr val="152C3D"/>
                </a:solidFill>
              </a:defRPr>
            </a:lvl1pPr>
            <a:lvl2pPr>
              <a:defRPr sz="1950" b="0">
                <a:solidFill>
                  <a:srgbClr val="152C3D"/>
                </a:solidFill>
              </a:defRPr>
            </a:lvl2pPr>
            <a:lvl3pPr>
              <a:defRPr sz="1950" b="0">
                <a:solidFill>
                  <a:srgbClr val="152C3D"/>
                </a:solidFill>
              </a:defRPr>
            </a:lvl3pPr>
            <a:lvl4pPr>
              <a:defRPr sz="1950" b="0">
                <a:solidFill>
                  <a:srgbClr val="152C3D"/>
                </a:solidFill>
              </a:defRPr>
            </a:lvl4pPr>
            <a:lvl5pPr>
              <a:defRPr sz="1950" b="0">
                <a:solidFill>
                  <a:srgbClr val="152C3D"/>
                </a:solidFill>
              </a:defRPr>
            </a:lvl5pPr>
            <a:lvl6pPr>
              <a:defRPr sz="1950" b="0">
                <a:solidFill>
                  <a:srgbClr val="152C3D"/>
                </a:solidFill>
              </a:defRPr>
            </a:lvl6pPr>
            <a:lvl7pPr>
              <a:defRPr sz="1950" b="0">
                <a:solidFill>
                  <a:srgbClr val="152C3D"/>
                </a:solidFill>
              </a:defRPr>
            </a:lvl7pPr>
            <a:lvl8pPr>
              <a:defRPr sz="1950" b="0">
                <a:solidFill>
                  <a:srgbClr val="152C3D"/>
                </a:solidFill>
              </a:defRPr>
            </a:lvl8pPr>
            <a:lvl9pPr>
              <a:defRPr sz="1950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C3D"/>
                </a:solidFill>
              </a:defRPr>
            </a:pPr>
            <a:r>
              <a:rPr sz="1950" b="0">
                <a:solidFill>
                  <a:srgbClr val="152C3D"/>
                </a:solidFill>
              </a:rPr>
              <a:t>Создание и правка → назначение одного согласующего → решение или возврат → новая версия → повторная отправка.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3B541-7794-4B51-B9B0-C584D0F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245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F6474"/>
                </a:solidFill>
              </a:defRPr>
            </a:defPPr>
            <a:lvl1pPr>
              <a:defRPr sz="1575" b="0">
                <a:solidFill>
                  <a:srgbClr val="4F6474"/>
                </a:solidFill>
              </a:defRPr>
            </a:lvl1pPr>
            <a:lvl2pPr>
              <a:defRPr sz="1575" b="0">
                <a:solidFill>
                  <a:srgbClr val="4F6474"/>
                </a:solidFill>
              </a:defRPr>
            </a:lvl2pPr>
            <a:lvl3pPr>
              <a:defRPr sz="1575" b="0">
                <a:solidFill>
                  <a:srgbClr val="4F6474"/>
                </a:solidFill>
              </a:defRPr>
            </a:lvl3pPr>
            <a:lvl4pPr>
              <a:defRPr sz="1575" b="0">
                <a:solidFill>
                  <a:srgbClr val="4F6474"/>
                </a:solidFill>
              </a:defRPr>
            </a:lvl4pPr>
            <a:lvl5pPr>
              <a:defRPr sz="1575" b="0">
                <a:solidFill>
                  <a:srgbClr val="4F6474"/>
                </a:solidFill>
              </a:defRPr>
            </a:lvl5pPr>
            <a:lvl6pPr>
              <a:defRPr sz="1575" b="0">
                <a:solidFill>
                  <a:srgbClr val="4F6474"/>
                </a:solidFill>
              </a:defRPr>
            </a:lvl6pPr>
            <a:lvl7pPr>
              <a:defRPr sz="1575" b="0">
                <a:solidFill>
                  <a:srgbClr val="4F6474"/>
                </a:solidFill>
              </a:defRPr>
            </a:lvl7pPr>
            <a:lvl8pPr>
              <a:defRPr sz="1575" b="0">
                <a:solidFill>
                  <a:srgbClr val="4F6474"/>
                </a:solidFill>
              </a:defRPr>
            </a:lvl8pPr>
            <a:lvl9pPr>
              <a:defRPr sz="157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F6474"/>
                </a:solidFill>
              </a:defRPr>
            </a:pPr>
            <a:r>
              <a:rPr sz="1575" b="0">
                <a:solidFill>
                  <a:srgbClr val="4F6474"/>
                </a:solidFill>
              </a:rPr>
              <a:t>Электронная подпись и внешняя отправка в текущий срез не входят.</a:t>
            </a:r>
          </a:p>
        </p:txBody>
      </p:sp>
    </p:spTree>
    <p:extLst>
      <p:ext uri="{BB962C8B-B14F-4D97-AF65-F5344CB8AC3E}">
        <p14:creationId xmlns:p14="http://schemas.microsoft.com/office/powerpoint/2010/main" val="543696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DA31A-DC18-40FA-B9A8-A735742B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Исследование и литература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E26B9-8806-4CF6-88D9-620A94AF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74859-4912-4FC0-932D-86DCEE75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19250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75" b="1">
                <a:solidFill>
                  <a:srgbClr val="187762"/>
                </a:solidFill>
              </a:defRPr>
            </a:defPPr>
            <a:lvl1pPr>
              <a:defRPr sz="5775" b="1">
                <a:solidFill>
                  <a:srgbClr val="187762"/>
                </a:solidFill>
              </a:defRPr>
            </a:lvl1pPr>
            <a:lvl2pPr>
              <a:defRPr sz="5775" b="1">
                <a:solidFill>
                  <a:srgbClr val="187762"/>
                </a:solidFill>
              </a:defRPr>
            </a:lvl2pPr>
            <a:lvl3pPr>
              <a:defRPr sz="5775" b="1">
                <a:solidFill>
                  <a:srgbClr val="187762"/>
                </a:solidFill>
              </a:defRPr>
            </a:lvl3pPr>
            <a:lvl4pPr>
              <a:defRPr sz="5775" b="1">
                <a:solidFill>
                  <a:srgbClr val="187762"/>
                </a:solidFill>
              </a:defRPr>
            </a:lvl4pPr>
            <a:lvl5pPr>
              <a:defRPr sz="5775" b="1">
                <a:solidFill>
                  <a:srgbClr val="187762"/>
                </a:solidFill>
              </a:defRPr>
            </a:lvl5pPr>
            <a:lvl6pPr>
              <a:defRPr sz="5775" b="1">
                <a:solidFill>
                  <a:srgbClr val="187762"/>
                </a:solidFill>
              </a:defRPr>
            </a:lvl6pPr>
            <a:lvl7pPr>
              <a:defRPr sz="5775" b="1">
                <a:solidFill>
                  <a:srgbClr val="187762"/>
                </a:solidFill>
              </a:defRPr>
            </a:lvl7pPr>
            <a:lvl8pPr>
              <a:defRPr sz="5775" b="1">
                <a:solidFill>
                  <a:srgbClr val="187762"/>
                </a:solidFill>
              </a:defRPr>
            </a:lvl8pPr>
            <a:lvl9pPr>
              <a:defRPr sz="57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187762"/>
                </a:solidFill>
              </a:defRPr>
            </a:pPr>
            <a:r>
              <a:rPr sz="5775" b="1">
                <a:solidFill>
                  <a:srgbClr val="187762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02336-8644-47BB-B315-B3476157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47850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C3D"/>
                </a:solidFill>
              </a:defRPr>
            </a:defPPr>
            <a:lvl1pPr>
              <a:defRPr sz="2175" b="1">
                <a:solidFill>
                  <a:srgbClr val="152C3D"/>
                </a:solidFill>
              </a:defRPr>
            </a:lvl1pPr>
            <a:lvl2pPr>
              <a:defRPr sz="2175" b="1">
                <a:solidFill>
                  <a:srgbClr val="152C3D"/>
                </a:solidFill>
              </a:defRPr>
            </a:lvl2pPr>
            <a:lvl3pPr>
              <a:defRPr sz="2175" b="1">
                <a:solidFill>
                  <a:srgbClr val="152C3D"/>
                </a:solidFill>
              </a:defRPr>
            </a:lvl3pPr>
            <a:lvl4pPr>
              <a:defRPr sz="2175" b="1">
                <a:solidFill>
                  <a:srgbClr val="152C3D"/>
                </a:solidFill>
              </a:defRPr>
            </a:lvl4pPr>
            <a:lvl5pPr>
              <a:defRPr sz="2175" b="1">
                <a:solidFill>
                  <a:srgbClr val="152C3D"/>
                </a:solidFill>
              </a:defRPr>
            </a:lvl5pPr>
            <a:lvl6pPr>
              <a:defRPr sz="2175" b="1">
                <a:solidFill>
                  <a:srgbClr val="152C3D"/>
                </a:solidFill>
              </a:defRPr>
            </a:lvl6pPr>
            <a:lvl7pPr>
              <a:defRPr sz="2175" b="1">
                <a:solidFill>
                  <a:srgbClr val="152C3D"/>
                </a:solidFill>
              </a:defRPr>
            </a:lvl7pPr>
            <a:lvl8pPr>
              <a:defRPr sz="2175" b="1">
                <a:solidFill>
                  <a:srgbClr val="152C3D"/>
                </a:solidFill>
              </a:defRPr>
            </a:lvl8pPr>
            <a:lvl9pPr>
              <a:defRPr sz="2175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C3D"/>
                </a:solidFill>
              </a:defRPr>
            </a:pPr>
            <a:r>
              <a:rPr sz="2175" b="1">
                <a:solidFill>
                  <a:srgbClr val="152C3D"/>
                </a:solidFill>
              </a:rPr>
              <a:t>использованных источников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759B7-F157-4C92-A9AD-010E8A6D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52C3D"/>
                </a:solidFill>
              </a:defRPr>
            </a:defPPr>
            <a:lvl1pPr>
              <a:defRPr sz="2475" b="1">
                <a:solidFill>
                  <a:srgbClr val="152C3D"/>
                </a:solidFill>
              </a:defRPr>
            </a:lvl1pPr>
            <a:lvl2pPr>
              <a:defRPr sz="2475" b="1">
                <a:solidFill>
                  <a:srgbClr val="152C3D"/>
                </a:solidFill>
              </a:defRPr>
            </a:lvl2pPr>
            <a:lvl3pPr>
              <a:defRPr sz="2475" b="1">
                <a:solidFill>
                  <a:srgbClr val="152C3D"/>
                </a:solidFill>
              </a:defRPr>
            </a:lvl3pPr>
            <a:lvl4pPr>
              <a:defRPr sz="2475" b="1">
                <a:solidFill>
                  <a:srgbClr val="152C3D"/>
                </a:solidFill>
              </a:defRPr>
            </a:lvl4pPr>
            <a:lvl5pPr>
              <a:defRPr sz="2475" b="1">
                <a:solidFill>
                  <a:srgbClr val="152C3D"/>
                </a:solidFill>
              </a:defRPr>
            </a:lvl5pPr>
            <a:lvl6pPr>
              <a:defRPr sz="2475" b="1">
                <a:solidFill>
                  <a:srgbClr val="152C3D"/>
                </a:solidFill>
              </a:defRPr>
            </a:lvl6pPr>
            <a:lvl7pPr>
              <a:defRPr sz="2475" b="1">
                <a:solidFill>
                  <a:srgbClr val="152C3D"/>
                </a:solidFill>
              </a:defRPr>
            </a:lvl7pPr>
            <a:lvl8pPr>
              <a:defRPr sz="2475" b="1">
                <a:solidFill>
                  <a:srgbClr val="152C3D"/>
                </a:solidFill>
              </a:defRPr>
            </a:lvl8pPr>
            <a:lvl9pPr>
              <a:defRPr sz="2475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52C3D"/>
                </a:solidFill>
              </a:defRPr>
            </a:pPr>
            <a:r>
              <a:rPr sz="2475" b="1">
                <a:solidFill>
                  <a:srgbClr val="152C3D"/>
                </a:solidFill>
              </a:rPr>
              <a:t>10 научных публикаций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78208-A903-4456-B315-54E6122F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57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Что изучили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1BAC6-BDF6-4DF5-BC67-7D78086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2375"/>
            <a:ext cx="776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Внедрение СЭД, процессы согласования, роли и права доступа.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8C6FA-F0AE-4028-8E01-410303C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57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Что следует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E2EB1-FEF8-48A3-9584-1E9B4C16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4875"/>
            <a:ext cx="776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Нужны явные переходы состояний, права на конкретный документ и оценка удобства.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31728-07EE-4193-A9A6-944B343A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F6474"/>
                </a:solidFill>
              </a:defRPr>
            </a:defPPr>
            <a:lvl1pPr>
              <a:defRPr sz="1500" b="0">
                <a:solidFill>
                  <a:srgbClr val="4F6474"/>
                </a:solidFill>
              </a:defRPr>
            </a:lvl1pPr>
            <a:lvl2pPr>
              <a:defRPr sz="1500" b="0">
                <a:solidFill>
                  <a:srgbClr val="4F6474"/>
                </a:solidFill>
              </a:defRPr>
            </a:lvl2pPr>
            <a:lvl3pPr>
              <a:defRPr sz="1500" b="0">
                <a:solidFill>
                  <a:srgbClr val="4F6474"/>
                </a:solidFill>
              </a:defRPr>
            </a:lvl3pPr>
            <a:lvl4pPr>
              <a:defRPr sz="1500" b="0">
                <a:solidFill>
                  <a:srgbClr val="4F6474"/>
                </a:solidFill>
              </a:defRPr>
            </a:lvl4pPr>
            <a:lvl5pPr>
              <a:defRPr sz="1500" b="0">
                <a:solidFill>
                  <a:srgbClr val="4F6474"/>
                </a:solidFill>
              </a:defRPr>
            </a:lvl5pPr>
            <a:lvl6pPr>
              <a:defRPr sz="1500" b="0">
                <a:solidFill>
                  <a:srgbClr val="4F6474"/>
                </a:solidFill>
              </a:defRPr>
            </a:lvl6pPr>
            <a:lvl7pPr>
              <a:defRPr sz="1500" b="0">
                <a:solidFill>
                  <a:srgbClr val="4F6474"/>
                </a:solidFill>
              </a:defRPr>
            </a:lvl7pPr>
            <a:lvl8pPr>
              <a:defRPr sz="1500" b="0">
                <a:solidFill>
                  <a:srgbClr val="4F6474"/>
                </a:solidFill>
              </a:defRPr>
            </a:lvl8pPr>
            <a:lvl9pPr>
              <a:defRPr sz="1500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F6474"/>
                </a:solidFill>
              </a:defRPr>
            </a:pPr>
            <a:r>
              <a:rPr sz="1500" b="0">
                <a:solidFill>
                  <a:srgbClr val="4F6474"/>
                </a:solidFill>
              </a:rPr>
              <a:t>Обзор ограничен доступными материалами; влияние системы на скорость ещё не измеряли.</a:t>
            </a:r>
          </a:p>
        </p:txBody>
      </p:sp>
    </p:spTree>
    <p:extLst>
      <p:ext uri="{BB962C8B-B14F-4D97-AF65-F5344CB8AC3E}">
        <p14:creationId xmlns:p14="http://schemas.microsoft.com/office/powerpoint/2010/main" val="1654721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409F5-A43E-4566-AED4-0792FE9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Аналоги: 5 систем, 8 критериев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4DA6C-F0A2-4B36-9C83-CF8AA7CB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03C13-483D-452E-9D1F-A5515B65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59150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C3D"/>
                </a:solidFill>
              </a:defRPr>
            </a:defPPr>
            <a:lvl1pPr>
              <a:defRPr sz="2175" b="0">
                <a:solidFill>
                  <a:srgbClr val="152C3D"/>
                </a:solidFill>
              </a:defRPr>
            </a:lvl1pPr>
            <a:lvl2pPr>
              <a:defRPr sz="2175" b="0">
                <a:solidFill>
                  <a:srgbClr val="152C3D"/>
                </a:solidFill>
              </a:defRPr>
            </a:lvl2pPr>
            <a:lvl3pPr>
              <a:defRPr sz="2175" b="0">
                <a:solidFill>
                  <a:srgbClr val="152C3D"/>
                </a:solidFill>
              </a:defRPr>
            </a:lvl3pPr>
            <a:lvl4pPr>
              <a:defRPr sz="2175" b="0">
                <a:solidFill>
                  <a:srgbClr val="152C3D"/>
                </a:solidFill>
              </a:defRPr>
            </a:lvl4pPr>
            <a:lvl5pPr>
              <a:defRPr sz="2175" b="0">
                <a:solidFill>
                  <a:srgbClr val="152C3D"/>
                </a:solidFill>
              </a:defRPr>
            </a:lvl5pPr>
            <a:lvl6pPr>
              <a:defRPr sz="2175" b="0">
                <a:solidFill>
                  <a:srgbClr val="152C3D"/>
                </a:solidFill>
              </a:defRPr>
            </a:lvl6pPr>
            <a:lvl7pPr>
              <a:defRPr sz="2175" b="0">
                <a:solidFill>
                  <a:srgbClr val="152C3D"/>
                </a:solidFill>
              </a:defRPr>
            </a:lvl7pPr>
            <a:lvl8pPr>
              <a:defRPr sz="2175" b="0">
                <a:solidFill>
                  <a:srgbClr val="152C3D"/>
                </a:solidFill>
              </a:defRPr>
            </a:lvl8pPr>
            <a:lvl9pPr>
              <a:defRPr sz="217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C3D"/>
                </a:solidFill>
              </a:defRPr>
            </a:pPr>
            <a:r>
              <a:rPr sz="2175" b="0">
                <a:solidFill>
                  <a:srgbClr val="152C3D"/>
                </a:solidFill>
              </a:rPr>
              <a:t>SharePoint + Power Automate</a:t>
            </a:r>
          </a:p>
          <a:p xmlns:a="http://schemas.openxmlformats.org/drawingml/2006/main">
            <a:pPr>
              <a:defRPr sz="2175" b="0">
                <a:solidFill>
                  <a:srgbClr val="152C3D"/>
                </a:solidFill>
              </a:defRPr>
            </a:pPr>
            <a:r>
              <a:rPr sz="2175" b="0">
                <a:solidFill>
                  <a:srgbClr val="152C3D"/>
                </a:solidFill>
              </a:rPr>
              <a:t>Nextcloud + Flow</a:t>
            </a:r>
          </a:p>
          <a:p xmlns:a="http://schemas.openxmlformats.org/drawingml/2006/main">
            <a:pPr>
              <a:defRPr sz="2175" b="0">
                <a:solidFill>
                  <a:srgbClr val="152C3D"/>
                </a:solidFill>
              </a:defRPr>
            </a:pPr>
            <a:r>
              <a:rPr sz="2175" b="0">
                <a:solidFill>
                  <a:srgbClr val="152C3D"/>
                </a:solidFill>
              </a:rPr>
              <a:t>Mayan EDMS</a:t>
            </a:r>
          </a:p>
          <a:p xmlns:a="http://schemas.openxmlformats.org/drawingml/2006/main">
            <a:pPr>
              <a:defRPr sz="2175" b="0">
                <a:solidFill>
                  <a:srgbClr val="152C3D"/>
                </a:solidFill>
              </a:defRPr>
            </a:pPr>
            <a:r>
              <a:rPr sz="2175" b="0">
                <a:solidFill>
                  <a:srgbClr val="152C3D"/>
                </a:solidFill>
              </a:rPr>
              <a:t>Paperless-ngx</a:t>
            </a:r>
          </a:p>
          <a:p xmlns:a="http://schemas.openxmlformats.org/drawingml/2006/main">
            <a:pPr>
              <a:defRPr sz="2175" b="0">
                <a:solidFill>
                  <a:srgbClr val="152C3D"/>
                </a:solidFill>
              </a:defRPr>
            </a:pPr>
            <a:r>
              <a:rPr sz="2175" b="0">
                <a:solidFill>
                  <a:srgbClr val="152C3D"/>
                </a:solidFill>
              </a:rPr>
              <a:t>Documentolog Platform / d8n.ai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54622-2C69-4B08-A16A-776B12BE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859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62"/>
                </a:solidFill>
              </a:defRPr>
            </a:defPPr>
            <a:lvl1pPr>
              <a:defRPr sz="2100" b="1">
                <a:solidFill>
                  <a:srgbClr val="187762"/>
                </a:solidFill>
              </a:defRPr>
            </a:lvl1pPr>
            <a:lvl2pPr>
              <a:defRPr sz="2100" b="1">
                <a:solidFill>
                  <a:srgbClr val="187762"/>
                </a:solidFill>
              </a:defRPr>
            </a:lvl2pPr>
            <a:lvl3pPr>
              <a:defRPr sz="2100" b="1">
                <a:solidFill>
                  <a:srgbClr val="187762"/>
                </a:solidFill>
              </a:defRPr>
            </a:lvl3pPr>
            <a:lvl4pPr>
              <a:defRPr sz="2100" b="1">
                <a:solidFill>
                  <a:srgbClr val="187762"/>
                </a:solidFill>
              </a:defRPr>
            </a:lvl4pPr>
            <a:lvl5pPr>
              <a:defRPr sz="2100" b="1">
                <a:solidFill>
                  <a:srgbClr val="187762"/>
                </a:solidFill>
              </a:defRPr>
            </a:lvl5pPr>
            <a:lvl6pPr>
              <a:defRPr sz="2100" b="1">
                <a:solidFill>
                  <a:srgbClr val="187762"/>
                </a:solidFill>
              </a:defRPr>
            </a:lvl6pPr>
            <a:lvl7pPr>
              <a:defRPr sz="2100" b="1">
                <a:solidFill>
                  <a:srgbClr val="187762"/>
                </a:solidFill>
              </a:defRPr>
            </a:lvl7pPr>
            <a:lvl8pPr>
              <a:defRPr sz="2100" b="1">
                <a:solidFill>
                  <a:srgbClr val="187762"/>
                </a:solidFill>
              </a:defRPr>
            </a:lvl8pPr>
            <a:lvl9pPr>
              <a:defRPr sz="2100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7762"/>
                </a:solidFill>
              </a:defRPr>
            </a:pPr>
            <a:r>
              <a:rPr sz="2100" b="1">
                <a:solidFill>
                  <a:srgbClr val="187762"/>
                </a:solidFill>
              </a:rPr>
              <a:t>Критерии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C162D-DE99-4E05-AE46-B2E6DEFD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52675"/>
            <a:ext cx="41910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маршруты · версии · доступ · метаданные</a:t>
            </a:r>
          </a:p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история действий · интеграции · развёртывание · привязка решения к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24F42-21B7-4C4D-BAC8-174FA8B5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33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F6474"/>
                </a:solidFill>
              </a:defRPr>
            </a:defPPr>
            <a:lvl1pPr>
              <a:defRPr sz="1725" b="0">
                <a:solidFill>
                  <a:srgbClr val="4F6474"/>
                </a:solidFill>
              </a:defRPr>
            </a:lvl1pPr>
            <a:lvl2pPr>
              <a:defRPr sz="1725" b="0">
                <a:solidFill>
                  <a:srgbClr val="4F6474"/>
                </a:solidFill>
              </a:defRPr>
            </a:lvl2pPr>
            <a:lvl3pPr>
              <a:defRPr sz="1725" b="0">
                <a:solidFill>
                  <a:srgbClr val="4F6474"/>
                </a:solidFill>
              </a:defRPr>
            </a:lvl3pPr>
            <a:lvl4pPr>
              <a:defRPr sz="1725" b="0">
                <a:solidFill>
                  <a:srgbClr val="4F6474"/>
                </a:solidFill>
              </a:defRPr>
            </a:lvl4pPr>
            <a:lvl5pPr>
              <a:defRPr sz="1725" b="0">
                <a:solidFill>
                  <a:srgbClr val="4F6474"/>
                </a:solidFill>
              </a:defRPr>
            </a:lvl5pPr>
            <a:lvl6pPr>
              <a:defRPr sz="1725" b="0">
                <a:solidFill>
                  <a:srgbClr val="4F6474"/>
                </a:solidFill>
              </a:defRPr>
            </a:lvl6pPr>
            <a:lvl7pPr>
              <a:defRPr sz="1725" b="0">
                <a:solidFill>
                  <a:srgbClr val="4F6474"/>
                </a:solidFill>
              </a:defRPr>
            </a:lvl7pPr>
            <a:lvl8pPr>
              <a:defRPr sz="1725" b="0">
                <a:solidFill>
                  <a:srgbClr val="4F6474"/>
                </a:solidFill>
              </a:defRPr>
            </a:lvl8pPr>
            <a:lvl9pPr>
              <a:defRPr sz="17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F6474"/>
                </a:solidFill>
              </a:defRPr>
            </a:pPr>
            <a:r>
              <a:rPr sz="1725" b="0">
                <a:solidFill>
                  <a:srgbClr val="4F6474"/>
                </a:solidFill>
              </a:rPr>
              <a:t>Сравнение основано на документации. Практическую настройку и проверку маршрутов планируем.</a:t>
            </a:r>
          </a:p>
        </p:txBody>
      </p:sp>
    </p:spTree>
    <p:extLst>
      <p:ext uri="{BB962C8B-B14F-4D97-AF65-F5344CB8AC3E}">
        <p14:creationId xmlns:p14="http://schemas.microsoft.com/office/powerpoint/2010/main" val="311204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28A2E-0F90-4574-BEB0-A1B35A8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Выбранный технический подход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011E7-B569-421C-89E7-846A0490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C3C2E-5736-4A5F-B17E-354C7514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33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Сервер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C9CC6-644E-4386-AD50-D6851418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5260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Django: сессии, роли и бизнес-правила в одном приложении.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9E77D-2FC0-4085-9F82-DBE2013E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333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Данные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A1FD5-FE23-4691-80B1-0DC3E409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1940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PostgreSQL для версий, решений и журналов; файлы в закрытом хранилище.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F9851-7AD3-41A4-B3FF-2A6A8E4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333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Связь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34590-EF93-4517-8369-9B3D994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8620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HTTPS и JSON для команд браузера. Уведомления через очередь событий.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E0E7F-AB19-4C03-BAFE-B83CE64A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F6474"/>
                </a:solidFill>
              </a:defRPr>
            </a:defPPr>
            <a:lvl1pPr>
              <a:defRPr sz="1800" b="0">
                <a:solidFill>
                  <a:srgbClr val="4F6474"/>
                </a:solidFill>
              </a:defRPr>
            </a:lvl1pPr>
            <a:lvl2pPr>
              <a:defRPr sz="1800" b="0">
                <a:solidFill>
                  <a:srgbClr val="4F6474"/>
                </a:solidFill>
              </a:defRPr>
            </a:lvl2pPr>
            <a:lvl3pPr>
              <a:defRPr sz="1800" b="0">
                <a:solidFill>
                  <a:srgbClr val="4F6474"/>
                </a:solidFill>
              </a:defRPr>
            </a:lvl3pPr>
            <a:lvl4pPr>
              <a:defRPr sz="1800" b="0">
                <a:solidFill>
                  <a:srgbClr val="4F6474"/>
                </a:solidFill>
              </a:defRPr>
            </a:lvl4pPr>
            <a:lvl5pPr>
              <a:defRPr sz="1800" b="0">
                <a:solidFill>
                  <a:srgbClr val="4F6474"/>
                </a:solidFill>
              </a:defRPr>
            </a:lvl5pPr>
            <a:lvl6pPr>
              <a:defRPr sz="1800" b="0">
                <a:solidFill>
                  <a:srgbClr val="4F6474"/>
                </a:solidFill>
              </a:defRPr>
            </a:lvl6pPr>
            <a:lvl7pPr>
              <a:defRPr sz="1800" b="0">
                <a:solidFill>
                  <a:srgbClr val="4F6474"/>
                </a:solidFill>
              </a:defRPr>
            </a:lvl7pPr>
            <a:lvl8pPr>
              <a:defRPr sz="1800" b="0">
                <a:solidFill>
                  <a:srgbClr val="4F6474"/>
                </a:solidFill>
              </a:defRPr>
            </a:lvl8pPr>
            <a:lvl9pPr>
              <a:defRPr sz="1800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F6474"/>
                </a:solidFill>
              </a:defRPr>
            </a:pPr>
            <a:r>
              <a:rPr sz="1800" b="0">
                <a:solidFill>
                  <a:srgbClr val="4F6474"/>
                </a:solidFill>
              </a:rPr>
              <a:t>Это проект архитектуры. Текущий интерактивный прототип работает в браузере на HTML, CSS и JavaScript.</a:t>
            </a:r>
          </a:p>
        </p:txBody>
      </p:sp>
    </p:spTree>
    <p:extLst>
      <p:ext uri="{BB962C8B-B14F-4D97-AF65-F5344CB8AC3E}">
        <p14:creationId xmlns:p14="http://schemas.microsoft.com/office/powerpoint/2010/main" val="1271725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062D6-8DB7-49F9-85CD-B8FCA01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Требования и проверяемые правила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D47FC-CFE0-4AD1-ACF6-36152FCE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4EFA2-A8C1-430B-8DB7-68A22D69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43075"/>
            <a:ext cx="119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325" b="1">
                <a:solidFill>
                  <a:srgbClr val="187762"/>
                </a:solidFill>
              </a:defRPr>
            </a:defPPr>
            <a:lvl1pPr>
              <a:defRPr sz="5325" b="1">
                <a:solidFill>
                  <a:srgbClr val="187762"/>
                </a:solidFill>
              </a:defRPr>
            </a:lvl1pPr>
            <a:lvl2pPr>
              <a:defRPr sz="5325" b="1">
                <a:solidFill>
                  <a:srgbClr val="187762"/>
                </a:solidFill>
              </a:defRPr>
            </a:lvl2pPr>
            <a:lvl3pPr>
              <a:defRPr sz="5325" b="1">
                <a:solidFill>
                  <a:srgbClr val="187762"/>
                </a:solidFill>
              </a:defRPr>
            </a:lvl3pPr>
            <a:lvl4pPr>
              <a:defRPr sz="5325" b="1">
                <a:solidFill>
                  <a:srgbClr val="187762"/>
                </a:solidFill>
              </a:defRPr>
            </a:lvl4pPr>
            <a:lvl5pPr>
              <a:defRPr sz="5325" b="1">
                <a:solidFill>
                  <a:srgbClr val="187762"/>
                </a:solidFill>
              </a:defRPr>
            </a:lvl5pPr>
            <a:lvl6pPr>
              <a:defRPr sz="5325" b="1">
                <a:solidFill>
                  <a:srgbClr val="187762"/>
                </a:solidFill>
              </a:defRPr>
            </a:lvl6pPr>
            <a:lvl7pPr>
              <a:defRPr sz="5325" b="1">
                <a:solidFill>
                  <a:srgbClr val="187762"/>
                </a:solidFill>
              </a:defRPr>
            </a:lvl7pPr>
            <a:lvl8pPr>
              <a:defRPr sz="5325" b="1">
                <a:solidFill>
                  <a:srgbClr val="187762"/>
                </a:solidFill>
              </a:defRPr>
            </a:lvl8pPr>
            <a:lvl9pPr>
              <a:defRPr sz="532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5325" b="1">
                <a:solidFill>
                  <a:srgbClr val="187762"/>
                </a:solidFill>
              </a:defRPr>
            </a:pPr>
            <a:r>
              <a:rPr sz="5325" b="1">
                <a:solidFill>
                  <a:srgbClr val="187762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057B4-A84C-4977-BFB4-D76BC99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621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2C3D"/>
                </a:solidFill>
              </a:defRPr>
            </a:defPPr>
            <a:lvl1pPr>
              <a:defRPr sz="2025" b="1">
                <a:solidFill>
                  <a:srgbClr val="152C3D"/>
                </a:solidFill>
              </a:defRPr>
            </a:lvl1pPr>
            <a:lvl2pPr>
              <a:defRPr sz="2025" b="1">
                <a:solidFill>
                  <a:srgbClr val="152C3D"/>
                </a:solidFill>
              </a:defRPr>
            </a:lvl2pPr>
            <a:lvl3pPr>
              <a:defRPr sz="2025" b="1">
                <a:solidFill>
                  <a:srgbClr val="152C3D"/>
                </a:solidFill>
              </a:defRPr>
            </a:lvl3pPr>
            <a:lvl4pPr>
              <a:defRPr sz="2025" b="1">
                <a:solidFill>
                  <a:srgbClr val="152C3D"/>
                </a:solidFill>
              </a:defRPr>
            </a:lvl4pPr>
            <a:lvl5pPr>
              <a:defRPr sz="2025" b="1">
                <a:solidFill>
                  <a:srgbClr val="152C3D"/>
                </a:solidFill>
              </a:defRPr>
            </a:lvl5pPr>
            <a:lvl6pPr>
              <a:defRPr sz="2025" b="1">
                <a:solidFill>
                  <a:srgbClr val="152C3D"/>
                </a:solidFill>
              </a:defRPr>
            </a:lvl6pPr>
            <a:lvl7pPr>
              <a:defRPr sz="2025" b="1">
                <a:solidFill>
                  <a:srgbClr val="152C3D"/>
                </a:solidFill>
              </a:defRPr>
            </a:lvl7pPr>
            <a:lvl8pPr>
              <a:defRPr sz="2025" b="1">
                <a:solidFill>
                  <a:srgbClr val="152C3D"/>
                </a:solidFill>
              </a:defRPr>
            </a:lvl8pPr>
            <a:lvl9pPr>
              <a:defRPr sz="2025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C3D"/>
                </a:solidFill>
              </a:defRPr>
            </a:pPr>
            <a:r>
              <a:rPr sz="2025" b="1">
                <a:solidFill>
                  <a:srgbClr val="152C3D"/>
                </a:solidFill>
              </a:rPr>
              <a:t>функциональных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C7EB8-6115-44C7-85A0-F0A3B27D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43075"/>
            <a:ext cx="923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325" b="1">
                <a:solidFill>
                  <a:srgbClr val="187762"/>
                </a:solidFill>
              </a:defRPr>
            </a:defPPr>
            <a:lvl1pPr>
              <a:defRPr sz="5325" b="1">
                <a:solidFill>
                  <a:srgbClr val="187762"/>
                </a:solidFill>
              </a:defRPr>
            </a:lvl1pPr>
            <a:lvl2pPr>
              <a:defRPr sz="5325" b="1">
                <a:solidFill>
                  <a:srgbClr val="187762"/>
                </a:solidFill>
              </a:defRPr>
            </a:lvl2pPr>
            <a:lvl3pPr>
              <a:defRPr sz="5325" b="1">
                <a:solidFill>
                  <a:srgbClr val="187762"/>
                </a:solidFill>
              </a:defRPr>
            </a:lvl3pPr>
            <a:lvl4pPr>
              <a:defRPr sz="5325" b="1">
                <a:solidFill>
                  <a:srgbClr val="187762"/>
                </a:solidFill>
              </a:defRPr>
            </a:lvl4pPr>
            <a:lvl5pPr>
              <a:defRPr sz="5325" b="1">
                <a:solidFill>
                  <a:srgbClr val="187762"/>
                </a:solidFill>
              </a:defRPr>
            </a:lvl5pPr>
            <a:lvl6pPr>
              <a:defRPr sz="5325" b="1">
                <a:solidFill>
                  <a:srgbClr val="187762"/>
                </a:solidFill>
              </a:defRPr>
            </a:lvl6pPr>
            <a:lvl7pPr>
              <a:defRPr sz="5325" b="1">
                <a:solidFill>
                  <a:srgbClr val="187762"/>
                </a:solidFill>
              </a:defRPr>
            </a:lvl7pPr>
            <a:lvl8pPr>
              <a:defRPr sz="5325" b="1">
                <a:solidFill>
                  <a:srgbClr val="187762"/>
                </a:solidFill>
              </a:defRPr>
            </a:lvl8pPr>
            <a:lvl9pPr>
              <a:defRPr sz="532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5325" b="1">
                <a:solidFill>
                  <a:srgbClr val="187762"/>
                </a:solidFill>
              </a:defRPr>
            </a:pPr>
            <a:r>
              <a:rPr sz="5325" b="1">
                <a:solidFill>
                  <a:srgbClr val="187762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33544-390A-4C5C-A053-ED86661F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2C3D"/>
                </a:solidFill>
              </a:defRPr>
            </a:defPPr>
            <a:lvl1pPr>
              <a:defRPr sz="2025" b="1">
                <a:solidFill>
                  <a:srgbClr val="152C3D"/>
                </a:solidFill>
              </a:defRPr>
            </a:lvl1pPr>
            <a:lvl2pPr>
              <a:defRPr sz="2025" b="1">
                <a:solidFill>
                  <a:srgbClr val="152C3D"/>
                </a:solidFill>
              </a:defRPr>
            </a:lvl2pPr>
            <a:lvl3pPr>
              <a:defRPr sz="2025" b="1">
                <a:solidFill>
                  <a:srgbClr val="152C3D"/>
                </a:solidFill>
              </a:defRPr>
            </a:lvl3pPr>
            <a:lvl4pPr>
              <a:defRPr sz="2025" b="1">
                <a:solidFill>
                  <a:srgbClr val="152C3D"/>
                </a:solidFill>
              </a:defRPr>
            </a:lvl4pPr>
            <a:lvl5pPr>
              <a:defRPr sz="2025" b="1">
                <a:solidFill>
                  <a:srgbClr val="152C3D"/>
                </a:solidFill>
              </a:defRPr>
            </a:lvl5pPr>
            <a:lvl6pPr>
              <a:defRPr sz="2025" b="1">
                <a:solidFill>
                  <a:srgbClr val="152C3D"/>
                </a:solidFill>
              </a:defRPr>
            </a:lvl6pPr>
            <a:lvl7pPr>
              <a:defRPr sz="2025" b="1">
                <a:solidFill>
                  <a:srgbClr val="152C3D"/>
                </a:solidFill>
              </a:defRPr>
            </a:lvl7pPr>
            <a:lvl8pPr>
              <a:defRPr sz="2025" b="1">
                <a:solidFill>
                  <a:srgbClr val="152C3D"/>
                </a:solidFill>
              </a:defRPr>
            </a:lvl8pPr>
            <a:lvl9pPr>
              <a:defRPr sz="2025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2C3D"/>
                </a:solidFill>
              </a:defRPr>
            </a:pPr>
            <a:r>
              <a:rPr sz="2025" b="1">
                <a:solidFill>
                  <a:srgbClr val="152C3D"/>
                </a:solidFill>
              </a:rPr>
              <a:t>нефункциональных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E14A9-BC5C-4269-9E27-8EB7C900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428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Версия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D15CF-663A-431C-8818-CE9A0D9B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09950"/>
            <a:ext cx="790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Решение относится к конкретной зафиксированной версии документа.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189D8-2A73-4B2C-8518-360AC27B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428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7762"/>
                </a:solidFill>
              </a:defRPr>
            </a:defPPr>
            <a:lvl1pPr>
              <a:defRPr sz="1875" b="1">
                <a:solidFill>
                  <a:srgbClr val="187762"/>
                </a:solidFill>
              </a:defRPr>
            </a:lvl1pPr>
            <a:lvl2pPr>
              <a:defRPr sz="1875" b="1">
                <a:solidFill>
                  <a:srgbClr val="187762"/>
                </a:solidFill>
              </a:defRPr>
            </a:lvl2pPr>
            <a:lvl3pPr>
              <a:defRPr sz="1875" b="1">
                <a:solidFill>
                  <a:srgbClr val="187762"/>
                </a:solidFill>
              </a:defRPr>
            </a:lvl3pPr>
            <a:lvl4pPr>
              <a:defRPr sz="1875" b="1">
                <a:solidFill>
                  <a:srgbClr val="187762"/>
                </a:solidFill>
              </a:defRPr>
            </a:lvl4pPr>
            <a:lvl5pPr>
              <a:defRPr sz="1875" b="1">
                <a:solidFill>
                  <a:srgbClr val="187762"/>
                </a:solidFill>
              </a:defRPr>
            </a:lvl5pPr>
            <a:lvl6pPr>
              <a:defRPr sz="1875" b="1">
                <a:solidFill>
                  <a:srgbClr val="187762"/>
                </a:solidFill>
              </a:defRPr>
            </a:lvl6pPr>
            <a:lvl7pPr>
              <a:defRPr sz="1875" b="1">
                <a:solidFill>
                  <a:srgbClr val="187762"/>
                </a:solidFill>
              </a:defRPr>
            </a:lvl7pPr>
            <a:lvl8pPr>
              <a:defRPr sz="1875" b="1">
                <a:solidFill>
                  <a:srgbClr val="187762"/>
                </a:solidFill>
              </a:defRPr>
            </a:lvl8pPr>
            <a:lvl9pPr>
              <a:defRPr sz="1875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7762"/>
                </a:solidFill>
              </a:defRPr>
            </a:pPr>
            <a:r>
              <a:rPr sz="1875" b="1">
                <a:solidFill>
                  <a:srgbClr val="187762"/>
                </a:solidFill>
              </a:rPr>
              <a:t>Доступ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9FFE3-023C-4F41-B402-2193C2A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62450"/>
            <a:ext cx="790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C3D"/>
                </a:solidFill>
              </a:defRPr>
            </a:defPPr>
            <a:lvl1pPr>
              <a:defRPr sz="1725" b="0">
                <a:solidFill>
                  <a:srgbClr val="152C3D"/>
                </a:solidFill>
              </a:defRPr>
            </a:lvl1pPr>
            <a:lvl2pPr>
              <a:defRPr sz="1725" b="0">
                <a:solidFill>
                  <a:srgbClr val="152C3D"/>
                </a:solidFill>
              </a:defRPr>
            </a:lvl2pPr>
            <a:lvl3pPr>
              <a:defRPr sz="1725" b="0">
                <a:solidFill>
                  <a:srgbClr val="152C3D"/>
                </a:solidFill>
              </a:defRPr>
            </a:lvl3pPr>
            <a:lvl4pPr>
              <a:defRPr sz="1725" b="0">
                <a:solidFill>
                  <a:srgbClr val="152C3D"/>
                </a:solidFill>
              </a:defRPr>
            </a:lvl4pPr>
            <a:lvl5pPr>
              <a:defRPr sz="1725" b="0">
                <a:solidFill>
                  <a:srgbClr val="152C3D"/>
                </a:solidFill>
              </a:defRPr>
            </a:lvl5pPr>
            <a:lvl6pPr>
              <a:defRPr sz="1725" b="0">
                <a:solidFill>
                  <a:srgbClr val="152C3D"/>
                </a:solidFill>
              </a:defRPr>
            </a:lvl6pPr>
            <a:lvl7pPr>
              <a:defRPr sz="1725" b="0">
                <a:solidFill>
                  <a:srgbClr val="152C3D"/>
                </a:solidFill>
              </a:defRPr>
            </a:lvl7pPr>
            <a:lvl8pPr>
              <a:defRPr sz="1725" b="0">
                <a:solidFill>
                  <a:srgbClr val="152C3D"/>
                </a:solidFill>
              </a:defRPr>
            </a:lvl8pPr>
            <a:lvl9pPr>
              <a:defRPr sz="172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C3D"/>
                </a:solidFill>
              </a:defRPr>
            </a:pPr>
            <a:r>
              <a:rPr sz="1725" b="0">
                <a:solidFill>
                  <a:srgbClr val="152C3D"/>
                </a:solidFill>
              </a:rPr>
              <a:t>Согласующий принимает решение только по назначенному ему документу.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0E158-AAD4-4CCC-9980-A8B055E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F6474"/>
                </a:solidFill>
              </a:defRPr>
            </a:defPPr>
            <a:lvl1pPr>
              <a:defRPr sz="1575" b="0">
                <a:solidFill>
                  <a:srgbClr val="4F6474"/>
                </a:solidFill>
              </a:defRPr>
            </a:lvl1pPr>
            <a:lvl2pPr>
              <a:defRPr sz="1575" b="0">
                <a:solidFill>
                  <a:srgbClr val="4F6474"/>
                </a:solidFill>
              </a:defRPr>
            </a:lvl2pPr>
            <a:lvl3pPr>
              <a:defRPr sz="1575" b="0">
                <a:solidFill>
                  <a:srgbClr val="4F6474"/>
                </a:solidFill>
              </a:defRPr>
            </a:lvl3pPr>
            <a:lvl4pPr>
              <a:defRPr sz="1575" b="0">
                <a:solidFill>
                  <a:srgbClr val="4F6474"/>
                </a:solidFill>
              </a:defRPr>
            </a:lvl4pPr>
            <a:lvl5pPr>
              <a:defRPr sz="1575" b="0">
                <a:solidFill>
                  <a:srgbClr val="4F6474"/>
                </a:solidFill>
              </a:defRPr>
            </a:lvl5pPr>
            <a:lvl6pPr>
              <a:defRPr sz="1575" b="0">
                <a:solidFill>
                  <a:srgbClr val="4F6474"/>
                </a:solidFill>
              </a:defRPr>
            </a:lvl6pPr>
            <a:lvl7pPr>
              <a:defRPr sz="1575" b="0">
                <a:solidFill>
                  <a:srgbClr val="4F6474"/>
                </a:solidFill>
              </a:defRPr>
            </a:lvl7pPr>
            <a:lvl8pPr>
              <a:defRPr sz="1575" b="0">
                <a:solidFill>
                  <a:srgbClr val="4F6474"/>
                </a:solidFill>
              </a:defRPr>
            </a:lvl8pPr>
            <a:lvl9pPr>
              <a:defRPr sz="157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F6474"/>
                </a:solidFill>
              </a:defRPr>
            </a:pPr>
            <a:r>
              <a:rPr sz="1575" b="0">
                <a:solidFill>
                  <a:srgbClr val="4F6474"/>
                </a:solidFill>
              </a:rPr>
              <a:t>Серверные проверки безопасности, конкурентные решения и нагрузка ещё требуют реализации и испытаний.</a:t>
            </a:r>
          </a:p>
        </p:txBody>
      </p:sp>
    </p:spTree>
    <p:extLst>
      <p:ext uri="{BB962C8B-B14F-4D97-AF65-F5344CB8AC3E}">
        <p14:creationId xmlns:p14="http://schemas.microsoft.com/office/powerpoint/2010/main" val="761753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2C31F-94F7-4FB8-B834-20FF0302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Архитектура: состав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715CB-D89C-44CE-9E74-C5D2F929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9ED6A-BEC5-4C4F-9A4A-192495A0A3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ef278945f42ab"/>
          <a:stretch xmlns:a="http://schemas.openxmlformats.org/drawingml/2006/main"/>
        </p:blipFill>
        <p:spPr>
          <a:xfrm xmlns:a="http://schemas.openxmlformats.org/drawingml/2006/main">
            <a:off x="819150" y="1385888"/>
            <a:ext cx="7286625" cy="43719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6DEB4-BA21-4007-A89E-3D3103A0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90700"/>
            <a:ext cx="285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2C3D"/>
                </a:solidFill>
              </a:defRPr>
            </a:defPPr>
            <a:lvl1pPr>
              <a:defRPr sz="1800" b="0">
                <a:solidFill>
                  <a:srgbClr val="152C3D"/>
                </a:solidFill>
              </a:defRPr>
            </a:lvl1pPr>
            <a:lvl2pPr>
              <a:defRPr sz="1800" b="0">
                <a:solidFill>
                  <a:srgbClr val="152C3D"/>
                </a:solidFill>
              </a:defRPr>
            </a:lvl2pPr>
            <a:lvl3pPr>
              <a:defRPr sz="1800" b="0">
                <a:solidFill>
                  <a:srgbClr val="152C3D"/>
                </a:solidFill>
              </a:defRPr>
            </a:lvl3pPr>
            <a:lvl4pPr>
              <a:defRPr sz="1800" b="0">
                <a:solidFill>
                  <a:srgbClr val="152C3D"/>
                </a:solidFill>
              </a:defRPr>
            </a:lvl4pPr>
            <a:lvl5pPr>
              <a:defRPr sz="1800" b="0">
                <a:solidFill>
                  <a:srgbClr val="152C3D"/>
                </a:solidFill>
              </a:defRPr>
            </a:lvl5pPr>
            <a:lvl6pPr>
              <a:defRPr sz="1800" b="0">
                <a:solidFill>
                  <a:srgbClr val="152C3D"/>
                </a:solidFill>
              </a:defRPr>
            </a:lvl6pPr>
            <a:lvl7pPr>
              <a:defRPr sz="1800" b="0">
                <a:solidFill>
                  <a:srgbClr val="152C3D"/>
                </a:solidFill>
              </a:defRPr>
            </a:lvl7pPr>
            <a:lvl8pPr>
              <a:defRPr sz="1800" b="0">
                <a:solidFill>
                  <a:srgbClr val="152C3D"/>
                </a:solidFill>
              </a:defRPr>
            </a:lvl8pPr>
            <a:lvl9pPr>
              <a:defRPr sz="1800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3D"/>
                </a:solidFill>
              </a:defRPr>
            </a:pPr>
            <a:r>
              <a:rPr sz="1800" b="0">
                <a:solidFill>
                  <a:srgbClr val="152C3D"/>
                </a:solidFill>
              </a:rPr>
              <a:t>Предлагается модульное приложение: документы, роли и права, процесс согласования, журнал действий.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F8A9D-546E-4D44-A2FF-A527956F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619625"/>
            <a:ext cx="27717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F6474"/>
                </a:solidFill>
              </a:defRPr>
            </a:defPPr>
            <a:lvl1pPr>
              <a:defRPr sz="1500" b="0">
                <a:solidFill>
                  <a:srgbClr val="4F6474"/>
                </a:solidFill>
              </a:defRPr>
            </a:lvl1pPr>
            <a:lvl2pPr>
              <a:defRPr sz="1500" b="0">
                <a:solidFill>
                  <a:srgbClr val="4F6474"/>
                </a:solidFill>
              </a:defRPr>
            </a:lvl2pPr>
            <a:lvl3pPr>
              <a:defRPr sz="1500" b="0">
                <a:solidFill>
                  <a:srgbClr val="4F6474"/>
                </a:solidFill>
              </a:defRPr>
            </a:lvl3pPr>
            <a:lvl4pPr>
              <a:defRPr sz="1500" b="0">
                <a:solidFill>
                  <a:srgbClr val="4F6474"/>
                </a:solidFill>
              </a:defRPr>
            </a:lvl4pPr>
            <a:lvl5pPr>
              <a:defRPr sz="1500" b="0">
                <a:solidFill>
                  <a:srgbClr val="4F6474"/>
                </a:solidFill>
              </a:defRPr>
            </a:lvl5pPr>
            <a:lvl6pPr>
              <a:defRPr sz="1500" b="0">
                <a:solidFill>
                  <a:srgbClr val="4F6474"/>
                </a:solidFill>
              </a:defRPr>
            </a:lvl6pPr>
            <a:lvl7pPr>
              <a:defRPr sz="1500" b="0">
                <a:solidFill>
                  <a:srgbClr val="4F6474"/>
                </a:solidFill>
              </a:defRPr>
            </a:lvl7pPr>
            <a:lvl8pPr>
              <a:defRPr sz="1500" b="0">
                <a:solidFill>
                  <a:srgbClr val="4F6474"/>
                </a:solidFill>
              </a:defRPr>
            </a:lvl8pPr>
            <a:lvl9pPr>
              <a:defRPr sz="1500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F6474"/>
                </a:solidFill>
              </a:defRPr>
            </a:pPr>
            <a:r>
              <a:rPr sz="1500" b="0">
                <a:solidFill>
                  <a:srgbClr val="4F6474"/>
                </a:solidFill>
              </a:rPr>
              <a:t>Схема описывает будущую серверную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330591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7208E-6AD5-42B0-83A5-BB32E878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UML-сценарии пользователей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C713A-240F-4D80-B942-98A4B967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BAD50-5A7E-44FD-A6CE-68EFB69E8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a787541ef4879"/>
          <a:stretch xmlns:a="http://schemas.openxmlformats.org/drawingml/2006/main"/>
        </p:blipFill>
        <p:spPr>
          <a:xfrm xmlns:a="http://schemas.openxmlformats.org/drawingml/2006/main">
            <a:off x="695325" y="1394460"/>
            <a:ext cx="7924800" cy="475488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E9F8B-A8FA-46D4-821F-96DC8016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66925"/>
            <a:ext cx="26860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2C3D"/>
                </a:solidFill>
              </a:defRPr>
            </a:defPPr>
            <a:lvl1pPr>
              <a:defRPr sz="1875" b="1">
                <a:solidFill>
                  <a:srgbClr val="152C3D"/>
                </a:solidFill>
              </a:defRPr>
            </a:lvl1pPr>
            <a:lvl2pPr>
              <a:defRPr sz="1875" b="1">
                <a:solidFill>
                  <a:srgbClr val="152C3D"/>
                </a:solidFill>
              </a:defRPr>
            </a:lvl2pPr>
            <a:lvl3pPr>
              <a:defRPr sz="1875" b="1">
                <a:solidFill>
                  <a:srgbClr val="152C3D"/>
                </a:solidFill>
              </a:defRPr>
            </a:lvl3pPr>
            <a:lvl4pPr>
              <a:defRPr sz="1875" b="1">
                <a:solidFill>
                  <a:srgbClr val="152C3D"/>
                </a:solidFill>
              </a:defRPr>
            </a:lvl4pPr>
            <a:lvl5pPr>
              <a:defRPr sz="1875" b="1">
                <a:solidFill>
                  <a:srgbClr val="152C3D"/>
                </a:solidFill>
              </a:defRPr>
            </a:lvl5pPr>
            <a:lvl6pPr>
              <a:defRPr sz="1875" b="1">
                <a:solidFill>
                  <a:srgbClr val="152C3D"/>
                </a:solidFill>
              </a:defRPr>
            </a:lvl6pPr>
            <a:lvl7pPr>
              <a:defRPr sz="1875" b="1">
                <a:solidFill>
                  <a:srgbClr val="152C3D"/>
                </a:solidFill>
              </a:defRPr>
            </a:lvl7pPr>
            <a:lvl8pPr>
              <a:defRPr sz="1875" b="1">
                <a:solidFill>
                  <a:srgbClr val="152C3D"/>
                </a:solidFill>
              </a:defRPr>
            </a:lvl8pPr>
            <a:lvl9pPr>
              <a:defRPr sz="1875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C3D"/>
                </a:solidFill>
              </a:defRPr>
            </a:pPr>
            <a:r>
              <a:rPr sz="1875" b="1">
                <a:solidFill>
                  <a:srgbClr val="152C3D"/>
                </a:solidFill>
              </a:rPr>
              <a:t>Текущий прототип: один согласующий на цикл.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3B551-A258-4180-AE0B-C9B8B820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43375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F6474"/>
                </a:solidFill>
              </a:defRPr>
            </a:defPPr>
            <a:lvl1pPr>
              <a:defRPr sz="1650" b="0">
                <a:solidFill>
                  <a:srgbClr val="4F6474"/>
                </a:solidFill>
              </a:defRPr>
            </a:lvl1pPr>
            <a:lvl2pPr>
              <a:defRPr sz="1650" b="0">
                <a:solidFill>
                  <a:srgbClr val="4F6474"/>
                </a:solidFill>
              </a:defRPr>
            </a:lvl2pPr>
            <a:lvl3pPr>
              <a:defRPr sz="1650" b="0">
                <a:solidFill>
                  <a:srgbClr val="4F6474"/>
                </a:solidFill>
              </a:defRPr>
            </a:lvl3pPr>
            <a:lvl4pPr>
              <a:defRPr sz="1650" b="0">
                <a:solidFill>
                  <a:srgbClr val="4F6474"/>
                </a:solidFill>
              </a:defRPr>
            </a:lvl4pPr>
            <a:lvl5pPr>
              <a:defRPr sz="1650" b="0">
                <a:solidFill>
                  <a:srgbClr val="4F6474"/>
                </a:solidFill>
              </a:defRPr>
            </a:lvl5pPr>
            <a:lvl6pPr>
              <a:defRPr sz="1650" b="0">
                <a:solidFill>
                  <a:srgbClr val="4F6474"/>
                </a:solidFill>
              </a:defRPr>
            </a:lvl6pPr>
            <a:lvl7pPr>
              <a:defRPr sz="1650" b="0">
                <a:solidFill>
                  <a:srgbClr val="4F6474"/>
                </a:solidFill>
              </a:defRPr>
            </a:lvl7pPr>
            <a:lvl8pPr>
              <a:defRPr sz="1650" b="0">
                <a:solidFill>
                  <a:srgbClr val="4F6474"/>
                </a:solidFill>
              </a:defRPr>
            </a:lvl8pPr>
            <a:lvl9pPr>
              <a:defRPr sz="1650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F6474"/>
                </a:solidFill>
              </a:defRPr>
            </a:pPr>
            <a:r>
              <a:rPr sz="1650" b="0">
                <a:solidFill>
                  <a:srgbClr val="4F6474"/>
                </a:solidFill>
              </a:rPr>
              <a:t>Последовательные согласующие из интервью остаются вопросом для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725162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5F02C-9226-48B9-ABFA-03A3AEF2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Работающий браузерный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CC3C7-83E0-4586-8951-E0C9F23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96295-D21E-4449-B07A-D7F4F2AF7E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c2b6b8f154fe1"/>
          <a:stretch xmlns:a="http://schemas.openxmlformats.org/drawingml/2006/main"/>
        </p:blipFill>
        <p:spPr>
          <a:xfrm xmlns:a="http://schemas.openxmlformats.org/drawingml/2006/main">
            <a:off x="685800" y="1406512"/>
            <a:ext cx="7458075" cy="445455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34632-2ECC-4F00-93AF-B29CC09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628775"/>
            <a:ext cx="2962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62"/>
                </a:solidFill>
              </a:defRPr>
            </a:defPPr>
            <a:lvl1pPr>
              <a:defRPr sz="1950" b="1">
                <a:solidFill>
                  <a:srgbClr val="187762"/>
                </a:solidFill>
              </a:defRPr>
            </a:lvl1pPr>
            <a:lvl2pPr>
              <a:defRPr sz="1950" b="1">
                <a:solidFill>
                  <a:srgbClr val="187762"/>
                </a:solidFill>
              </a:defRPr>
            </a:lvl2pPr>
            <a:lvl3pPr>
              <a:defRPr sz="1950" b="1">
                <a:solidFill>
                  <a:srgbClr val="187762"/>
                </a:solidFill>
              </a:defRPr>
            </a:lvl3pPr>
            <a:lvl4pPr>
              <a:defRPr sz="1950" b="1">
                <a:solidFill>
                  <a:srgbClr val="187762"/>
                </a:solidFill>
              </a:defRPr>
            </a:lvl4pPr>
            <a:lvl5pPr>
              <a:defRPr sz="1950" b="1">
                <a:solidFill>
                  <a:srgbClr val="187762"/>
                </a:solidFill>
              </a:defRPr>
            </a:lvl5pPr>
            <a:lvl6pPr>
              <a:defRPr sz="1950" b="1">
                <a:solidFill>
                  <a:srgbClr val="187762"/>
                </a:solidFill>
              </a:defRPr>
            </a:lvl6pPr>
            <a:lvl7pPr>
              <a:defRPr sz="1950" b="1">
                <a:solidFill>
                  <a:srgbClr val="187762"/>
                </a:solidFill>
              </a:defRPr>
            </a:lvl7pPr>
            <a:lvl8pPr>
              <a:defRPr sz="1950" b="1">
                <a:solidFill>
                  <a:srgbClr val="187762"/>
                </a:solidFill>
              </a:defRPr>
            </a:lvl8pPr>
            <a:lvl9pPr>
              <a:defRPr sz="1950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7762"/>
                </a:solidFill>
              </a:defRPr>
            </a:pPr>
            <a:r>
              <a:rPr sz="1950" b="1">
                <a:solidFill>
                  <a:srgbClr val="187762"/>
                </a:solidFill>
              </a:rPr>
              <a:t>Можно показать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88B6B-2D32-40A2-AFCE-937DA8FF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29908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2C3D"/>
                </a:solidFill>
              </a:defRPr>
            </a:defPPr>
            <a:lvl1pPr>
              <a:defRPr sz="1800" b="0">
                <a:solidFill>
                  <a:srgbClr val="152C3D"/>
                </a:solidFill>
              </a:defRPr>
            </a:lvl1pPr>
            <a:lvl2pPr>
              <a:defRPr sz="1800" b="0">
                <a:solidFill>
                  <a:srgbClr val="152C3D"/>
                </a:solidFill>
              </a:defRPr>
            </a:lvl2pPr>
            <a:lvl3pPr>
              <a:defRPr sz="1800" b="0">
                <a:solidFill>
                  <a:srgbClr val="152C3D"/>
                </a:solidFill>
              </a:defRPr>
            </a:lvl3pPr>
            <a:lvl4pPr>
              <a:defRPr sz="1800" b="0">
                <a:solidFill>
                  <a:srgbClr val="152C3D"/>
                </a:solidFill>
              </a:defRPr>
            </a:lvl4pPr>
            <a:lvl5pPr>
              <a:defRPr sz="1800" b="0">
                <a:solidFill>
                  <a:srgbClr val="152C3D"/>
                </a:solidFill>
              </a:defRPr>
            </a:lvl5pPr>
            <a:lvl6pPr>
              <a:defRPr sz="1800" b="0">
                <a:solidFill>
                  <a:srgbClr val="152C3D"/>
                </a:solidFill>
              </a:defRPr>
            </a:lvl6pPr>
            <a:lvl7pPr>
              <a:defRPr sz="1800" b="0">
                <a:solidFill>
                  <a:srgbClr val="152C3D"/>
                </a:solidFill>
              </a:defRPr>
            </a:lvl7pPr>
            <a:lvl8pPr>
              <a:defRPr sz="1800" b="0">
                <a:solidFill>
                  <a:srgbClr val="152C3D"/>
                </a:solidFill>
              </a:defRPr>
            </a:lvl8pPr>
            <a:lvl9pPr>
              <a:defRPr sz="1800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C3D"/>
                </a:solidFill>
              </a:defRPr>
            </a:pPr>
            <a:r>
              <a:rPr sz="1800" b="0">
                <a:solidFill>
                  <a:srgbClr val="152C3D"/>
                </a:solidFill>
              </a:rPr>
              <a:t>Создание, версии, назначение, возврат с причиной, повторную отправку, поиск и архив.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ED196-C0A7-49A4-80A5-58539618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95825"/>
            <a:ext cx="30099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F6474"/>
                </a:solidFill>
              </a:defRPr>
            </a:defPPr>
            <a:lvl1pPr>
              <a:defRPr sz="1575" b="0">
                <a:solidFill>
                  <a:srgbClr val="4F6474"/>
                </a:solidFill>
              </a:defRPr>
            </a:lvl1pPr>
            <a:lvl2pPr>
              <a:defRPr sz="1575" b="0">
                <a:solidFill>
                  <a:srgbClr val="4F6474"/>
                </a:solidFill>
              </a:defRPr>
            </a:lvl2pPr>
            <a:lvl3pPr>
              <a:defRPr sz="1575" b="0">
                <a:solidFill>
                  <a:srgbClr val="4F6474"/>
                </a:solidFill>
              </a:defRPr>
            </a:lvl3pPr>
            <a:lvl4pPr>
              <a:defRPr sz="1575" b="0">
                <a:solidFill>
                  <a:srgbClr val="4F6474"/>
                </a:solidFill>
              </a:defRPr>
            </a:lvl4pPr>
            <a:lvl5pPr>
              <a:defRPr sz="1575" b="0">
                <a:solidFill>
                  <a:srgbClr val="4F6474"/>
                </a:solidFill>
              </a:defRPr>
            </a:lvl5pPr>
            <a:lvl6pPr>
              <a:defRPr sz="1575" b="0">
                <a:solidFill>
                  <a:srgbClr val="4F6474"/>
                </a:solidFill>
              </a:defRPr>
            </a:lvl6pPr>
            <a:lvl7pPr>
              <a:defRPr sz="1575" b="0">
                <a:solidFill>
                  <a:srgbClr val="4F6474"/>
                </a:solidFill>
              </a:defRPr>
            </a:lvl7pPr>
            <a:lvl8pPr>
              <a:defRPr sz="1575" b="0">
                <a:solidFill>
                  <a:srgbClr val="4F6474"/>
                </a:solidFill>
              </a:defRPr>
            </a:lvl8pPr>
            <a:lvl9pPr>
              <a:defRPr sz="157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F6474"/>
                </a:solidFill>
              </a:defRPr>
            </a:pPr>
            <a:r>
              <a:rPr sz="1575" b="0">
                <a:solidFill>
                  <a:srgbClr val="4F6474"/>
                </a:solidFill>
              </a:rPr>
              <a:t>Данные синтетические. Роли и хранение имитируются в одном браузере.</a:t>
            </a:r>
          </a:p>
        </p:txBody>
      </p:sp>
    </p:spTree>
    <p:extLst>
      <p:ext uri="{BB962C8B-B14F-4D97-AF65-F5344CB8AC3E}">
        <p14:creationId xmlns:p14="http://schemas.microsoft.com/office/powerpoint/2010/main" val="11790928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AA3FA-4B31-4285-A81E-128E28DD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3D"/>
                </a:solidFill>
              </a:defRPr>
            </a:defPPr>
            <a:lvl1pPr>
              <a:defRPr sz="3000" b="1">
                <a:solidFill>
                  <a:srgbClr val="152C3D"/>
                </a:solidFill>
              </a:defRPr>
            </a:lvl1pPr>
            <a:lvl2pPr>
              <a:defRPr sz="3000" b="1">
                <a:solidFill>
                  <a:srgbClr val="152C3D"/>
                </a:solidFill>
              </a:defRPr>
            </a:lvl2pPr>
            <a:lvl3pPr>
              <a:defRPr sz="3000" b="1">
                <a:solidFill>
                  <a:srgbClr val="152C3D"/>
                </a:solidFill>
              </a:defRPr>
            </a:lvl3pPr>
            <a:lvl4pPr>
              <a:defRPr sz="3000" b="1">
                <a:solidFill>
                  <a:srgbClr val="152C3D"/>
                </a:solidFill>
              </a:defRPr>
            </a:lvl4pPr>
            <a:lvl5pPr>
              <a:defRPr sz="3000" b="1">
                <a:solidFill>
                  <a:srgbClr val="152C3D"/>
                </a:solidFill>
              </a:defRPr>
            </a:lvl5pPr>
            <a:lvl6pPr>
              <a:defRPr sz="3000" b="1">
                <a:solidFill>
                  <a:srgbClr val="152C3D"/>
                </a:solidFill>
              </a:defRPr>
            </a:lvl6pPr>
            <a:lvl7pPr>
              <a:defRPr sz="3000" b="1">
                <a:solidFill>
                  <a:srgbClr val="152C3D"/>
                </a:solidFill>
              </a:defRPr>
            </a:lvl7pPr>
            <a:lvl8pPr>
              <a:defRPr sz="3000" b="1">
                <a:solidFill>
                  <a:srgbClr val="152C3D"/>
                </a:solidFill>
              </a:defRPr>
            </a:lvl8pPr>
            <a:lvl9pPr>
              <a:defRPr sz="3000" b="1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C3D"/>
                </a:solidFill>
              </a:defRPr>
            </a:pPr>
            <a:r>
              <a:rPr sz="3000" b="1">
                <a:solidFill>
                  <a:srgbClr val="152C3D"/>
                </a:solidFill>
              </a:rPr>
              <a:t>План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47E32-C9B1-4A12-896F-A5EA79D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F6474"/>
                </a:solidFill>
              </a:defRPr>
            </a:defPPr>
            <a:lvl1pPr>
              <a:defRPr sz="1125" b="0">
                <a:solidFill>
                  <a:srgbClr val="4F6474"/>
                </a:solidFill>
              </a:defRPr>
            </a:lvl1pPr>
            <a:lvl2pPr>
              <a:defRPr sz="1125" b="0">
                <a:solidFill>
                  <a:srgbClr val="4F6474"/>
                </a:solidFill>
              </a:defRPr>
            </a:lvl2pPr>
            <a:lvl3pPr>
              <a:defRPr sz="1125" b="0">
                <a:solidFill>
                  <a:srgbClr val="4F6474"/>
                </a:solidFill>
              </a:defRPr>
            </a:lvl3pPr>
            <a:lvl4pPr>
              <a:defRPr sz="1125" b="0">
                <a:solidFill>
                  <a:srgbClr val="4F6474"/>
                </a:solidFill>
              </a:defRPr>
            </a:lvl4pPr>
            <a:lvl5pPr>
              <a:defRPr sz="1125" b="0">
                <a:solidFill>
                  <a:srgbClr val="4F6474"/>
                </a:solidFill>
              </a:defRPr>
            </a:lvl5pPr>
            <a:lvl6pPr>
              <a:defRPr sz="1125" b="0">
                <a:solidFill>
                  <a:srgbClr val="4F6474"/>
                </a:solidFill>
              </a:defRPr>
            </a:lvl6pPr>
            <a:lvl7pPr>
              <a:defRPr sz="1125" b="0">
                <a:solidFill>
                  <a:srgbClr val="4F6474"/>
                </a:solidFill>
              </a:defRPr>
            </a:lvl7pPr>
            <a:lvl8pPr>
              <a:defRPr sz="1125" b="0">
                <a:solidFill>
                  <a:srgbClr val="4F6474"/>
                </a:solidFill>
              </a:defRPr>
            </a:lvl8pPr>
            <a:lvl9pPr>
              <a:defRPr sz="1125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F6474"/>
                </a:solidFill>
              </a:defRPr>
            </a:pPr>
            <a:r>
              <a:rPr sz="1125" b="0">
                <a:solidFill>
                  <a:srgbClr val="4F647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43685-B42A-42E8-AD7D-0B94AD2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95450"/>
            <a:ext cx="2143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62"/>
                </a:solidFill>
              </a:defRPr>
            </a:defPPr>
            <a:lvl1pPr>
              <a:defRPr sz="1950" b="1">
                <a:solidFill>
                  <a:srgbClr val="187762"/>
                </a:solidFill>
              </a:defRPr>
            </a:lvl1pPr>
            <a:lvl2pPr>
              <a:defRPr sz="1950" b="1">
                <a:solidFill>
                  <a:srgbClr val="187762"/>
                </a:solidFill>
              </a:defRPr>
            </a:lvl2pPr>
            <a:lvl3pPr>
              <a:defRPr sz="1950" b="1">
                <a:solidFill>
                  <a:srgbClr val="187762"/>
                </a:solidFill>
              </a:defRPr>
            </a:lvl3pPr>
            <a:lvl4pPr>
              <a:defRPr sz="1950" b="1">
                <a:solidFill>
                  <a:srgbClr val="187762"/>
                </a:solidFill>
              </a:defRPr>
            </a:lvl4pPr>
            <a:lvl5pPr>
              <a:defRPr sz="1950" b="1">
                <a:solidFill>
                  <a:srgbClr val="187762"/>
                </a:solidFill>
              </a:defRPr>
            </a:lvl5pPr>
            <a:lvl6pPr>
              <a:defRPr sz="1950" b="1">
                <a:solidFill>
                  <a:srgbClr val="187762"/>
                </a:solidFill>
              </a:defRPr>
            </a:lvl6pPr>
            <a:lvl7pPr>
              <a:defRPr sz="1950" b="1">
                <a:solidFill>
                  <a:srgbClr val="187762"/>
                </a:solidFill>
              </a:defRPr>
            </a:lvl7pPr>
            <a:lvl8pPr>
              <a:defRPr sz="1950" b="1">
                <a:solidFill>
                  <a:srgbClr val="187762"/>
                </a:solidFill>
              </a:defRPr>
            </a:lvl8pPr>
            <a:lvl9pPr>
              <a:defRPr sz="1950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7762"/>
                </a:solidFill>
              </a:defRPr>
            </a:pPr>
            <a:r>
              <a:rPr sz="1950" b="1">
                <a:solidFill>
                  <a:srgbClr val="187762"/>
                </a:solidFill>
              </a:rPr>
              <a:t>Сейчас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3E695-DF26-42D8-A027-7180F331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47825"/>
            <a:ext cx="81629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3D"/>
                </a:solidFill>
              </a:defRPr>
            </a:defPPr>
            <a:lvl1pPr>
              <a:defRPr sz="1875" b="0">
                <a:solidFill>
                  <a:srgbClr val="152C3D"/>
                </a:solidFill>
              </a:defRPr>
            </a:lvl1pPr>
            <a:lvl2pPr>
              <a:defRPr sz="1875" b="0">
                <a:solidFill>
                  <a:srgbClr val="152C3D"/>
                </a:solidFill>
              </a:defRPr>
            </a:lvl2pPr>
            <a:lvl3pPr>
              <a:defRPr sz="1875" b="0">
                <a:solidFill>
                  <a:srgbClr val="152C3D"/>
                </a:solidFill>
              </a:defRPr>
            </a:lvl3pPr>
            <a:lvl4pPr>
              <a:defRPr sz="1875" b="0">
                <a:solidFill>
                  <a:srgbClr val="152C3D"/>
                </a:solidFill>
              </a:defRPr>
            </a:lvl4pPr>
            <a:lvl5pPr>
              <a:defRPr sz="1875" b="0">
                <a:solidFill>
                  <a:srgbClr val="152C3D"/>
                </a:solidFill>
              </a:defRPr>
            </a:lvl5pPr>
            <a:lvl6pPr>
              <a:defRPr sz="1875" b="0">
                <a:solidFill>
                  <a:srgbClr val="152C3D"/>
                </a:solidFill>
              </a:defRPr>
            </a:lvl6pPr>
            <a:lvl7pPr>
              <a:defRPr sz="1875" b="0">
                <a:solidFill>
                  <a:srgbClr val="152C3D"/>
                </a:solidFill>
              </a:defRPr>
            </a:lvl7pPr>
            <a:lvl8pPr>
              <a:defRPr sz="1875" b="0">
                <a:solidFill>
                  <a:srgbClr val="152C3D"/>
                </a:solidFill>
              </a:defRPr>
            </a:lvl8pPr>
            <a:lvl9pPr>
              <a:defRPr sz="187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C3D"/>
                </a:solidFill>
              </a:defRPr>
            </a:pPr>
            <a:r>
              <a:rPr sz="1875" b="0">
                <a:solidFill>
                  <a:srgbClr val="152C3D"/>
                </a:solidFill>
              </a:rPr>
              <a:t>Описаны сценарии, критерии приёмки, метрики и условия сравнения. Папка tests сохранена для следующих этапов.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E9DBF-BDC4-4E99-8388-289BA91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14725"/>
            <a:ext cx="2143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62"/>
                </a:solidFill>
              </a:defRPr>
            </a:defPPr>
            <a:lvl1pPr>
              <a:defRPr sz="1950" b="1">
                <a:solidFill>
                  <a:srgbClr val="187762"/>
                </a:solidFill>
              </a:defRPr>
            </a:lvl1pPr>
            <a:lvl2pPr>
              <a:defRPr sz="1950" b="1">
                <a:solidFill>
                  <a:srgbClr val="187762"/>
                </a:solidFill>
              </a:defRPr>
            </a:lvl2pPr>
            <a:lvl3pPr>
              <a:defRPr sz="1950" b="1">
                <a:solidFill>
                  <a:srgbClr val="187762"/>
                </a:solidFill>
              </a:defRPr>
            </a:lvl3pPr>
            <a:lvl4pPr>
              <a:defRPr sz="1950" b="1">
                <a:solidFill>
                  <a:srgbClr val="187762"/>
                </a:solidFill>
              </a:defRPr>
            </a:lvl4pPr>
            <a:lvl5pPr>
              <a:defRPr sz="1950" b="1">
                <a:solidFill>
                  <a:srgbClr val="187762"/>
                </a:solidFill>
              </a:defRPr>
            </a:lvl5pPr>
            <a:lvl6pPr>
              <a:defRPr sz="1950" b="1">
                <a:solidFill>
                  <a:srgbClr val="187762"/>
                </a:solidFill>
              </a:defRPr>
            </a:lvl6pPr>
            <a:lvl7pPr>
              <a:defRPr sz="1950" b="1">
                <a:solidFill>
                  <a:srgbClr val="187762"/>
                </a:solidFill>
              </a:defRPr>
            </a:lvl7pPr>
            <a:lvl8pPr>
              <a:defRPr sz="1950" b="1">
                <a:solidFill>
                  <a:srgbClr val="187762"/>
                </a:solidFill>
              </a:defRPr>
            </a:lvl8pPr>
            <a:lvl9pPr>
              <a:defRPr sz="1950" b="1">
                <a:solidFill>
                  <a:srgbClr val="18776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7762"/>
                </a:solidFill>
              </a:defRPr>
            </a:pPr>
            <a:r>
              <a:rPr sz="1950" b="1">
                <a:solidFill>
                  <a:srgbClr val="187762"/>
                </a:solidFill>
              </a:rPr>
              <a:t>Дальше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8F0CD-5C13-4494-9B9D-53AB1337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8096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3D"/>
                </a:solidFill>
              </a:defRPr>
            </a:defPPr>
            <a:lvl1pPr>
              <a:defRPr sz="1875" b="0">
                <a:solidFill>
                  <a:srgbClr val="152C3D"/>
                </a:solidFill>
              </a:defRPr>
            </a:lvl1pPr>
            <a:lvl2pPr>
              <a:defRPr sz="1875" b="0">
                <a:solidFill>
                  <a:srgbClr val="152C3D"/>
                </a:solidFill>
              </a:defRPr>
            </a:lvl2pPr>
            <a:lvl3pPr>
              <a:defRPr sz="1875" b="0">
                <a:solidFill>
                  <a:srgbClr val="152C3D"/>
                </a:solidFill>
              </a:defRPr>
            </a:lvl3pPr>
            <a:lvl4pPr>
              <a:defRPr sz="1875" b="0">
                <a:solidFill>
                  <a:srgbClr val="152C3D"/>
                </a:solidFill>
              </a:defRPr>
            </a:lvl4pPr>
            <a:lvl5pPr>
              <a:defRPr sz="1875" b="0">
                <a:solidFill>
                  <a:srgbClr val="152C3D"/>
                </a:solidFill>
              </a:defRPr>
            </a:lvl5pPr>
            <a:lvl6pPr>
              <a:defRPr sz="1875" b="0">
                <a:solidFill>
                  <a:srgbClr val="152C3D"/>
                </a:solidFill>
              </a:defRPr>
            </a:lvl6pPr>
            <a:lvl7pPr>
              <a:defRPr sz="1875" b="0">
                <a:solidFill>
                  <a:srgbClr val="152C3D"/>
                </a:solidFill>
              </a:defRPr>
            </a:lvl7pPr>
            <a:lvl8pPr>
              <a:defRPr sz="1875" b="0">
                <a:solidFill>
                  <a:srgbClr val="152C3D"/>
                </a:solidFill>
              </a:defRPr>
            </a:lvl8pPr>
            <a:lvl9pPr>
              <a:defRPr sz="1875" b="0">
                <a:solidFill>
                  <a:srgbClr val="152C3D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C3D"/>
                </a:solidFill>
              </a:defRPr>
            </a:pPr>
            <a:r>
              <a:rPr sz="1875" b="0">
                <a:solidFill>
                  <a:srgbClr val="152C3D"/>
                </a:solidFill>
              </a:rPr>
              <a:t>После реализации сервера проверим права доступа, одновременные решения и восстановление. Затем проведём исследование задач с пользователями.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EE8A1-E561-44C4-A9B7-C903B9BF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007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F6474"/>
                </a:solidFill>
              </a:defRPr>
            </a:defPPr>
            <a:lvl1pPr>
              <a:defRPr sz="1650" b="0">
                <a:solidFill>
                  <a:srgbClr val="4F6474"/>
                </a:solidFill>
              </a:defRPr>
            </a:lvl1pPr>
            <a:lvl2pPr>
              <a:defRPr sz="1650" b="0">
                <a:solidFill>
                  <a:srgbClr val="4F6474"/>
                </a:solidFill>
              </a:defRPr>
            </a:lvl2pPr>
            <a:lvl3pPr>
              <a:defRPr sz="1650" b="0">
                <a:solidFill>
                  <a:srgbClr val="4F6474"/>
                </a:solidFill>
              </a:defRPr>
            </a:lvl3pPr>
            <a:lvl4pPr>
              <a:defRPr sz="1650" b="0">
                <a:solidFill>
                  <a:srgbClr val="4F6474"/>
                </a:solidFill>
              </a:defRPr>
            </a:lvl4pPr>
            <a:lvl5pPr>
              <a:defRPr sz="1650" b="0">
                <a:solidFill>
                  <a:srgbClr val="4F6474"/>
                </a:solidFill>
              </a:defRPr>
            </a:lvl5pPr>
            <a:lvl6pPr>
              <a:defRPr sz="1650" b="0">
                <a:solidFill>
                  <a:srgbClr val="4F6474"/>
                </a:solidFill>
              </a:defRPr>
            </a:lvl6pPr>
            <a:lvl7pPr>
              <a:defRPr sz="1650" b="0">
                <a:solidFill>
                  <a:srgbClr val="4F6474"/>
                </a:solidFill>
              </a:defRPr>
            </a:lvl7pPr>
            <a:lvl8pPr>
              <a:defRPr sz="1650" b="0">
                <a:solidFill>
                  <a:srgbClr val="4F6474"/>
                </a:solidFill>
              </a:defRPr>
            </a:lvl8pPr>
            <a:lvl9pPr>
              <a:defRPr sz="1650" b="0">
                <a:solidFill>
                  <a:srgbClr val="4F647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F6474"/>
                </a:solidFill>
              </a:defRPr>
            </a:pPr>
            <a:r>
              <a:rPr sz="1650" b="0">
                <a:solidFill>
                  <a:srgbClr val="4F6474"/>
                </a:solidFill>
              </a:rPr>
              <a:t>Цели по времени и удобству заданы в плане, результаты замеров ещё не получены.</a:t>
            </a:r>
          </a:p>
        </p:txBody>
      </p:sp>
    </p:spTree>
    <p:extLst>
      <p:ext uri="{BB962C8B-B14F-4D97-AF65-F5344CB8AC3E}">
        <p14:creationId xmlns:p14="http://schemas.microsoft.com/office/powerpoint/2010/main" val="1637937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4D243-AD6C-44B3-A7B8-1D4688EA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FFFFFF"/>
                </a:solidFill>
              </a:defRPr>
            </a:defPPr>
            <a:lvl1pPr>
              <a:defRPr sz="3525" b="1">
                <a:solidFill>
                  <a:srgbClr val="FFFFFF"/>
                </a:solidFill>
              </a:defRPr>
            </a:lvl1pPr>
            <a:lvl2pPr>
              <a:defRPr sz="3525" b="1">
                <a:solidFill>
                  <a:srgbClr val="FFFFFF"/>
                </a:solidFill>
              </a:defRPr>
            </a:lvl2pPr>
            <a:lvl3pPr>
              <a:defRPr sz="3525" b="1">
                <a:solidFill>
                  <a:srgbClr val="FFFFFF"/>
                </a:solidFill>
              </a:defRPr>
            </a:lvl3pPr>
            <a:lvl4pPr>
              <a:defRPr sz="3525" b="1">
                <a:solidFill>
                  <a:srgbClr val="FFFFFF"/>
                </a:solidFill>
              </a:defRPr>
            </a:lvl4pPr>
            <a:lvl5pPr>
              <a:defRPr sz="3525" b="1">
                <a:solidFill>
                  <a:srgbClr val="FFFFFF"/>
                </a:solidFill>
              </a:defRPr>
            </a:lvl5pPr>
            <a:lvl6pPr>
              <a:defRPr sz="3525" b="1">
                <a:solidFill>
                  <a:srgbClr val="FFFFFF"/>
                </a:solidFill>
              </a:defRPr>
            </a:lvl6pPr>
            <a:lvl7pPr>
              <a:defRPr sz="3525" b="1">
                <a:solidFill>
                  <a:srgbClr val="FFFFFF"/>
                </a:solidFill>
              </a:defRPr>
            </a:lvl7pPr>
            <a:lvl8pPr>
              <a:defRPr sz="3525" b="1">
                <a:solidFill>
                  <a:srgbClr val="FFFFFF"/>
                </a:solidFill>
              </a:defRPr>
            </a:lvl8pPr>
            <a:lvl9pPr>
              <a:defRPr sz="3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Текущий статус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1DA5E-A30D-43E5-B896-D769BA4D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76425"/>
            <a:ext cx="2314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7DCCB"/>
                </a:solidFill>
              </a:defRPr>
            </a:defPPr>
            <a:lvl1pPr>
              <a:defRPr sz="2025" b="1">
                <a:solidFill>
                  <a:srgbClr val="A7DCCB"/>
                </a:solidFill>
              </a:defRPr>
            </a:lvl1pPr>
            <a:lvl2pPr>
              <a:defRPr sz="2025" b="1">
                <a:solidFill>
                  <a:srgbClr val="A7DCCB"/>
                </a:solidFill>
              </a:defRPr>
            </a:lvl2pPr>
            <a:lvl3pPr>
              <a:defRPr sz="2025" b="1">
                <a:solidFill>
                  <a:srgbClr val="A7DCCB"/>
                </a:solidFill>
              </a:defRPr>
            </a:lvl3pPr>
            <a:lvl4pPr>
              <a:defRPr sz="2025" b="1">
                <a:solidFill>
                  <a:srgbClr val="A7DCCB"/>
                </a:solidFill>
              </a:defRPr>
            </a:lvl4pPr>
            <a:lvl5pPr>
              <a:defRPr sz="2025" b="1">
                <a:solidFill>
                  <a:srgbClr val="A7DCCB"/>
                </a:solidFill>
              </a:defRPr>
            </a:lvl5pPr>
            <a:lvl6pPr>
              <a:defRPr sz="2025" b="1">
                <a:solidFill>
                  <a:srgbClr val="A7DCCB"/>
                </a:solidFill>
              </a:defRPr>
            </a:lvl6pPr>
            <a:lvl7pPr>
              <a:defRPr sz="2025" b="1">
                <a:solidFill>
                  <a:srgbClr val="A7DCCB"/>
                </a:solidFill>
              </a:defRPr>
            </a:lvl7pPr>
            <a:lvl8pPr>
              <a:defRPr sz="2025" b="1">
                <a:solidFill>
                  <a:srgbClr val="A7DCCB"/>
                </a:solidFill>
              </a:defRPr>
            </a:lvl8pPr>
            <a:lvl9pPr>
              <a:defRPr sz="2025" b="1">
                <a:solidFill>
                  <a:srgbClr val="A7DCCB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DCCB"/>
                </a:solidFill>
              </a:defRPr>
            </a:pPr>
            <a:r>
              <a:rPr sz="2025" b="1">
                <a:solidFill>
                  <a:srgbClr val="A7DCCB"/>
                </a:solidFill>
              </a:rPr>
              <a:t>Готово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27355-3BAF-42E6-A5A8-22D595A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09750"/>
            <a:ext cx="7667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Материалы исследования, требования, три обязательные схемы, прототип и план оценки подготовлены и опубликованы в GitHub.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1DC3C-02F8-4C92-85AE-AFA333C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2314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7DCCB"/>
                </a:solidFill>
              </a:defRPr>
            </a:defPPr>
            <a:lvl1pPr>
              <a:defRPr sz="2025" b="1">
                <a:solidFill>
                  <a:srgbClr val="A7DCCB"/>
                </a:solidFill>
              </a:defRPr>
            </a:lvl1pPr>
            <a:lvl2pPr>
              <a:defRPr sz="2025" b="1">
                <a:solidFill>
                  <a:srgbClr val="A7DCCB"/>
                </a:solidFill>
              </a:defRPr>
            </a:lvl2pPr>
            <a:lvl3pPr>
              <a:defRPr sz="2025" b="1">
                <a:solidFill>
                  <a:srgbClr val="A7DCCB"/>
                </a:solidFill>
              </a:defRPr>
            </a:lvl3pPr>
            <a:lvl4pPr>
              <a:defRPr sz="2025" b="1">
                <a:solidFill>
                  <a:srgbClr val="A7DCCB"/>
                </a:solidFill>
              </a:defRPr>
            </a:lvl4pPr>
            <a:lvl5pPr>
              <a:defRPr sz="2025" b="1">
                <a:solidFill>
                  <a:srgbClr val="A7DCCB"/>
                </a:solidFill>
              </a:defRPr>
            </a:lvl5pPr>
            <a:lvl6pPr>
              <a:defRPr sz="2025" b="1">
                <a:solidFill>
                  <a:srgbClr val="A7DCCB"/>
                </a:solidFill>
              </a:defRPr>
            </a:lvl6pPr>
            <a:lvl7pPr>
              <a:defRPr sz="2025" b="1">
                <a:solidFill>
                  <a:srgbClr val="A7DCCB"/>
                </a:solidFill>
              </a:defRPr>
            </a:lvl7pPr>
            <a:lvl8pPr>
              <a:defRPr sz="2025" b="1">
                <a:solidFill>
                  <a:srgbClr val="A7DCCB"/>
                </a:solidFill>
              </a:defRPr>
            </a:lvl8pPr>
            <a:lvl9pPr>
              <a:defRPr sz="2025" b="1">
                <a:solidFill>
                  <a:srgbClr val="A7DCCB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DCCB"/>
                </a:solidFill>
              </a:defRPr>
            </a:pPr>
            <a:r>
              <a:rPr sz="2025" b="1">
                <a:solidFill>
                  <a:srgbClr val="A7DCCB"/>
                </a:solidFill>
              </a:rPr>
              <a:t>Осталось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D78F2-CEE9-47C5-9E9B-580A7F9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90900"/>
            <a:ext cx="7667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Личное ревью Әли до слияния следующего PR, решение о маршруте пилота, отзыв руководителя и тег проверенной версии.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FF4BD-3558-4B30-9547-F5A66AF7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DDDE0"/>
                </a:solidFill>
              </a:defRPr>
            </a:defPPr>
            <a:lvl1pPr>
              <a:defRPr sz="1650" b="0">
                <a:solidFill>
                  <a:srgbClr val="CDDDE0"/>
                </a:solidFill>
              </a:defRPr>
            </a:lvl1pPr>
            <a:lvl2pPr>
              <a:defRPr sz="1650" b="0">
                <a:solidFill>
                  <a:srgbClr val="CDDDE0"/>
                </a:solidFill>
              </a:defRPr>
            </a:lvl2pPr>
            <a:lvl3pPr>
              <a:defRPr sz="1650" b="0">
                <a:solidFill>
                  <a:srgbClr val="CDDDE0"/>
                </a:solidFill>
              </a:defRPr>
            </a:lvl3pPr>
            <a:lvl4pPr>
              <a:defRPr sz="1650" b="0">
                <a:solidFill>
                  <a:srgbClr val="CDDDE0"/>
                </a:solidFill>
              </a:defRPr>
            </a:lvl4pPr>
            <a:lvl5pPr>
              <a:defRPr sz="1650" b="0">
                <a:solidFill>
                  <a:srgbClr val="CDDDE0"/>
                </a:solidFill>
              </a:defRPr>
            </a:lvl5pPr>
            <a:lvl6pPr>
              <a:defRPr sz="1650" b="0">
                <a:solidFill>
                  <a:srgbClr val="CDDDE0"/>
                </a:solidFill>
              </a:defRPr>
            </a:lvl6pPr>
            <a:lvl7pPr>
              <a:defRPr sz="1650" b="0">
                <a:solidFill>
                  <a:srgbClr val="CDDDE0"/>
                </a:solidFill>
              </a:defRPr>
            </a:lvl7pPr>
            <a:lvl8pPr>
              <a:defRPr sz="1650" b="0">
                <a:solidFill>
                  <a:srgbClr val="CDDDE0"/>
                </a:solidFill>
              </a:defRPr>
            </a:lvl8pPr>
            <a:lvl9pPr>
              <a:defRPr sz="1650" b="0">
                <a:solidFill>
                  <a:srgbClr val="CDDDE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DDDE0"/>
                </a:solidFill>
              </a:defRPr>
            </a:pPr>
            <a:r>
              <a:rPr sz="1650" b="0">
                <a:solidFill>
                  <a:srgbClr val="CDDDE0"/>
                </a:solidFill>
              </a:rPr>
              <a:t>Вопрос руководителю: достаточно ли одного согласующего для первого этапа или CR01 включить в следующую итерацию?</a:t>
            </a:r>
          </a:p>
        </p:txBody>
      </p:sp>
    </p:spTree>
    <p:extLst>
      <p:ext uri="{BB962C8B-B14F-4D97-AF65-F5344CB8AC3E}">
        <p14:creationId xmlns:p14="http://schemas.microsoft.com/office/powerpoint/2010/main" val="957871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2026-10-24T07:50:45.0470000Z</dcterms:created>
  <dcterms:modified xsi:type="dcterms:W3CDTF">2026-10-24T07:50:45.0470000Z</dcterms:modified>
</coreProperties>
</file>